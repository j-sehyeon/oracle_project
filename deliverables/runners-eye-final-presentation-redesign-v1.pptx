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0b0871ad384244" /><Relationship Type="http://schemas.openxmlformats.org/officeDocument/2006/relationships/extended-properties" Target="/docProps/app.xml" Id="R9d64d2fbb32246d3" /><Relationship Type="http://schemas.openxmlformats.org/officeDocument/2006/relationships/officeDocument" Target="/ppt/presentation.xml" Id="R91946a3b50c04f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bf4a73cd5e4341"/>
  </p:sldMasterIdLst>
  <p:notesMasterIdLst>
    <p:notesMasterId xmlns:r="http://schemas.openxmlformats.org/officeDocument/2006/relationships" r:id="Rd0f9a546569043b8"/>
  </p:notesMasterIdLst>
  <p:sldIdLst>
    <p:sldId xmlns:r="http://schemas.openxmlformats.org/officeDocument/2006/relationships" id="256" r:id="Rd5b7c73c43914332"/>
    <p:sldId xmlns:r="http://schemas.openxmlformats.org/officeDocument/2006/relationships" id="257" r:id="R1dd9be4614f54157"/>
    <p:sldId xmlns:r="http://schemas.openxmlformats.org/officeDocument/2006/relationships" id="258" r:id="R9f2911eeb3824559"/>
    <p:sldId xmlns:r="http://schemas.openxmlformats.org/officeDocument/2006/relationships" id="259" r:id="Rc221b3f0f1324f7b"/>
    <p:sldId xmlns:r="http://schemas.openxmlformats.org/officeDocument/2006/relationships" id="260" r:id="R4c899687fdb14fc9"/>
    <p:sldId xmlns:r="http://schemas.openxmlformats.org/officeDocument/2006/relationships" id="261" r:id="Red04ca57553647d4"/>
    <p:sldId xmlns:r="http://schemas.openxmlformats.org/officeDocument/2006/relationships" id="262" r:id="Rc486838da84343d1"/>
    <p:sldId xmlns:r="http://schemas.openxmlformats.org/officeDocument/2006/relationships" id="263" r:id="R9606dc5828ce4a5b"/>
    <p:sldId xmlns:r="http://schemas.openxmlformats.org/officeDocument/2006/relationships" id="264" r:id="Rb4d0d587bb324343"/>
    <p:sldId xmlns:r="http://schemas.openxmlformats.org/officeDocument/2006/relationships" id="265" r:id="Rfe53b0c484a9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564b4fc784241" /><Relationship Type="http://schemas.openxmlformats.org/officeDocument/2006/relationships/slideMaster" Target="/ppt/slideMasters/slideMaster1.xml" Id="R4abf4a73cd5e4341" /><Relationship Type="http://schemas.openxmlformats.org/officeDocument/2006/relationships/notesMaster" Target="/ppt/notesMasters/notesMaster1.xml" Id="Rd0f9a546569043b8" /><Relationship Type="http://schemas.openxmlformats.org/officeDocument/2006/relationships/presProps" Target="/ppt/presProps.xml" Id="R6062664b3d0b4f6a" /><Relationship Type="http://schemas.openxmlformats.org/officeDocument/2006/relationships/tableStyles" Target="/ppt/tableStyles.xml" Id="R511cc1e1e6a74fd2" /><Relationship Type="http://schemas.openxmlformats.org/officeDocument/2006/relationships/slide" Target="/ppt/slides/slide1.xml" Id="Rd5b7c73c43914332" /><Relationship Type="http://schemas.openxmlformats.org/officeDocument/2006/relationships/slide" Target="/ppt/slides/slide2.xml" Id="R1dd9be4614f54157" /><Relationship Type="http://schemas.openxmlformats.org/officeDocument/2006/relationships/slide" Target="/ppt/slides/slide3.xml" Id="R9f2911eeb3824559" /><Relationship Type="http://schemas.openxmlformats.org/officeDocument/2006/relationships/slide" Target="/ppt/slides/slide4.xml" Id="Rc221b3f0f1324f7b" /><Relationship Type="http://schemas.openxmlformats.org/officeDocument/2006/relationships/slide" Target="/ppt/slides/slide5.xml" Id="R4c899687fdb14fc9" /><Relationship Type="http://schemas.openxmlformats.org/officeDocument/2006/relationships/slide" Target="/ppt/slides/slide6.xml" Id="Red04ca57553647d4" /><Relationship Type="http://schemas.openxmlformats.org/officeDocument/2006/relationships/slide" Target="/ppt/slides/slide7.xml" Id="Rc486838da84343d1" /><Relationship Type="http://schemas.openxmlformats.org/officeDocument/2006/relationships/slide" Target="/ppt/slides/slide8.xml" Id="R9606dc5828ce4a5b" /><Relationship Type="http://schemas.openxmlformats.org/officeDocument/2006/relationships/slide" Target="/ppt/slides/slide9.xml" Id="Rb4d0d587bb324343" /><Relationship Type="http://schemas.openxmlformats.org/officeDocument/2006/relationships/slide" Target="/ppt/slides/slide10.xml" Id="Rfe53b0c484a9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7e4417b4b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ec9bb2ca74574" /><Relationship Type="http://schemas.openxmlformats.org/officeDocument/2006/relationships/notesMaster" Target="/ppt/notesMasters/notesMaster1.xml" Id="R59d77b25205042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7de8b0c1e3454d" /><Relationship Type="http://schemas.openxmlformats.org/officeDocument/2006/relationships/notesMaster" Target="/ppt/notesMasters/notesMaster1.xml" Id="Rd5aea6426868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9cead085049ac" /><Relationship Type="http://schemas.openxmlformats.org/officeDocument/2006/relationships/notesMaster" Target="/ppt/notesMasters/notesMaster1.xml" Id="R87768bfff4a345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41dad003944735" /><Relationship Type="http://schemas.openxmlformats.org/officeDocument/2006/relationships/notesMaster" Target="/ppt/notesMasters/notesMaster1.xml" Id="R93dbb025cb964c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9b7cca918a4933" /><Relationship Type="http://schemas.openxmlformats.org/officeDocument/2006/relationships/notesMaster" Target="/ppt/notesMasters/notesMaster1.xml" Id="Raaa4cac70d7141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ee581abd6478f" /><Relationship Type="http://schemas.openxmlformats.org/officeDocument/2006/relationships/notesMaster" Target="/ppt/notesMasters/notesMaster1.xml" Id="R1997df49b2434d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a430089bf404c" /><Relationship Type="http://schemas.openxmlformats.org/officeDocument/2006/relationships/notesMaster" Target="/ppt/notesMasters/notesMaster1.xml" Id="Rf7903be05b2e4d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2fe1b10a564e69" /><Relationship Type="http://schemas.openxmlformats.org/officeDocument/2006/relationships/notesMaster" Target="/ppt/notesMasters/notesMaster1.xml" Id="R34bf5ffbfdd64d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12eba2a65e47d2" /><Relationship Type="http://schemas.openxmlformats.org/officeDocument/2006/relationships/notesMaster" Target="/ppt/notesMasters/notesMaster1.xml" Id="R41b52e1e71e848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f00d6cc43d4511" /><Relationship Type="http://schemas.openxmlformats.org/officeDocument/2006/relationships/notesMaster" Target="/ppt/notesMasters/notesMaster1.xml" Id="Ref7e47ce039446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Coach/scripts/main.sh, Coach/README.md. HPE, feature 추출, agent 실행 순서를 코드 기준으로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Coach/scripts/hpe/pose_track.py. detector는 RTMDet-nano, pose는 RTMPose-M Halpe-26, backend는 ONNX Runtime이다.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기존 발표자료 11장. 현재 저장소에는 모바일, API, 배포 코드가 포함되어 있지 않으므로 인프라 설명은 제공 PPT 내용을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c5617557d4f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cae7960b4c403e" /><Relationship Type="http://schemas.openxmlformats.org/officeDocument/2006/relationships/slideLayout" Target="/ppt/slideLayouts/slideLayout1.xml" Id="R067cf1e8c77e4b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7cf1e8c77e4b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0288d668947e9" /><Relationship Type="http://schemas.openxmlformats.org/officeDocument/2006/relationships/image" Target="/ppt/media/image.png" Id="Rf1966de914464c99" /><Relationship Type="http://schemas.openxmlformats.org/officeDocument/2006/relationships/notesSlide" Target="/ppt/notesSlides/notesSlide1.xml" Id="R2a273a14ec1f40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0c42cb0ad402e" /><Relationship Type="http://schemas.openxmlformats.org/officeDocument/2006/relationships/notesSlide" Target="/ppt/notesSlides/notesSlide2.xml" Id="Rc04440f8aa29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351650cc34b70" /><Relationship Type="http://schemas.openxmlformats.org/officeDocument/2006/relationships/image" Target="/ppt/media/image2.png" Id="R0d784916dd7e4a48" /><Relationship Type="http://schemas.openxmlformats.org/officeDocument/2006/relationships/image" Target="/ppt/media/image3.png" Id="R280991ccd6be43e1" /><Relationship Type="http://schemas.openxmlformats.org/officeDocument/2006/relationships/notesSlide" Target="/ppt/notesSlides/notesSlide3.xml" Id="R64ba6178c7da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722fcd4a84d14" /><Relationship Type="http://schemas.openxmlformats.org/officeDocument/2006/relationships/image" Target="/ppt/media/image4.png" Id="R1c029c02ece144c3" /><Relationship Type="http://schemas.openxmlformats.org/officeDocument/2006/relationships/notesSlide" Target="/ppt/notesSlides/notesSlide4.xml" Id="R59df707194284c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a56d9435645f6" /><Relationship Type="http://schemas.openxmlformats.org/officeDocument/2006/relationships/notesSlide" Target="/ppt/notesSlides/notesSlide5.xml" Id="Rb5c9be10e86940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ed16ed3b14221" /><Relationship Type="http://schemas.openxmlformats.org/officeDocument/2006/relationships/image" Target="/ppt/media/image5.png" Id="R7776f82b7bec426a" /><Relationship Type="http://schemas.openxmlformats.org/officeDocument/2006/relationships/notesSlide" Target="/ppt/notesSlides/notesSlide6.xml" Id="R5fa5444d761a45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23916e51143b0" /><Relationship Type="http://schemas.openxmlformats.org/officeDocument/2006/relationships/image" Target="/ppt/media/image6.png" Id="Ra6da8d460e164394" /><Relationship Type="http://schemas.openxmlformats.org/officeDocument/2006/relationships/image" Target="/ppt/media/image7.png" Id="R11bf7aff5a214057" /><Relationship Type="http://schemas.openxmlformats.org/officeDocument/2006/relationships/image" Target="/ppt/media/image8.png" Id="R026389fd810749b8" /><Relationship Type="http://schemas.openxmlformats.org/officeDocument/2006/relationships/image" Target="/ppt/media/image9.png" Id="Re5fd290dd0f3497b" /><Relationship Type="http://schemas.openxmlformats.org/officeDocument/2006/relationships/notesSlide" Target="/ppt/notesSlides/notesSlide7.xml" Id="Rf53fd63727c148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8373e600e4f92" /><Relationship Type="http://schemas.openxmlformats.org/officeDocument/2006/relationships/notesSlide" Target="/ppt/notesSlides/notesSlide8.xml" Id="Ra463908d0f6643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a61a86a234f02" /><Relationship Type="http://schemas.openxmlformats.org/officeDocument/2006/relationships/notesSlide" Target="/ppt/notesSlides/notesSlide9.xml" Id="R2ce1f1d05db942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9962f60e74556" /><Relationship Type="http://schemas.openxmlformats.org/officeDocument/2006/relationships/notesSlide" Target="/ppt/notesSlides/notesSlide10.xml" Id="Rfeb0bdf154984c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2BFB7-B158-473C-9D6B-E6888863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03D1C-D4D8-4324-B1E0-C744425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C3485-ED05-486A-908E-EFDA174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C1DE3-5FC1-495D-A5A8-EB1A28C5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8CB25-49DD-4CA9-970E-30601644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AE260-0CA0-45F3-B2C6-60D31666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BA922-DE19-4995-A066-1CDD0425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587F5-2896-4D16-AA58-51EAA0EF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66de914464c99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F09BC-3E70-4960-8885-6A763C26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511306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5F93E-6A19-4F76-AD38-F0F7E15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8F27F-DD51-4BE6-A674-19A7A794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230B4-2D67-4332-9E0E-B2153C3D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EB05F-997D-48B3-B20F-365CDCBC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BCDDF-FFE1-4687-8E92-79424844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0B03D-2961-4DAC-B86F-EF8FBFC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9F43A-1C6C-439B-875A-643801CE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4A834-E312-45AD-8550-8224061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BAA91-C299-41D3-9141-8DD64640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91DC5-C0B3-4305-8308-25EB55B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BB0F7-3AF5-4F35-BA6F-B786A1C1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F1593-7859-4474-AA5F-A88433FC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CE931-BB7F-48AF-A1BD-12152229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55498-13E7-48BC-842C-BBB8A747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8D2C6-CBE0-4B0D-A623-8B365555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5B214-6E2A-44B8-B231-A2DEB3B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C7E2F-2C96-4D7C-A6DF-2229938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96C63-2A8A-4D81-AE02-DB4B3710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45A34-1FD1-4A4D-A435-BDC95EB0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27F64-FAA2-49B1-B576-11C3290E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FA783-5C46-4627-A1DF-2DB03690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7AE2B-E82D-41FC-A2C0-446A6F1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1FD2C-EA5E-4004-8433-185FD33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38EDB-6165-4468-B2BE-73790BC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93FA9-45E3-4D42-86D3-ED74798F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13836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91036-D445-4007-9720-97ED5779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5BFE5-AA28-4239-B6AC-973AD6AA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B027B-6C0A-4504-9426-31C05CF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72FBB-5664-479C-BBA7-9E43167F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F77E6-8572-4179-A5F1-5D248D4D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4FD33-D2F5-4363-BCE4-76409B4C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46EF0-BD21-4B31-B708-68E2981B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972E6-5A72-43AB-82BD-4C5361F6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B035B-1FF3-4A09-9287-E8403CB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4BC28-9A41-4028-B551-F7F61A20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CD4FA-9054-4E79-B69C-89B5CC62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4003B-091B-40E3-A7C6-4C744D63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B4AD4-F429-4FE9-BCA2-75BDA750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24868-7A10-4E2E-B28C-7AAB845D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F963D-E02D-48B5-93B3-3A105142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97359-1A46-47D1-A1DB-8C985E3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77DED-B14D-4325-A3AF-5168036C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01C82-220D-486C-9381-17FB4C18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05F0A-A676-47FD-8294-A68B2ED6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84916dd7e4a48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91ccd6be43e1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A50B2-D079-46E9-8BCC-4243D940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4B02E-7FC4-4D5C-B759-589591A3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1968846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E783F-CCDB-4026-A8E9-DD51139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55611-3CC5-4CB8-8363-2B671381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131C9-9B4D-423F-93B5-BDBCE002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2734B-DDD9-4B79-BC08-E1C5CE38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738D2-ED0C-4CDC-976E-87FBB98E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29c02ece144c3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E7EDE-B12C-4381-9C4E-B04F9E36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781050" cy="7810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D1AA0-1C84-4C20-8BFE-2529FA94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2CA45-B6D0-47B4-9916-C62E75F2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D3AF1-47EA-4A81-83A0-1368C388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1BEAD-8BAE-4EB4-B22D-66686214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8D5E8-4385-433F-99E0-A4796ED8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CB25F-6A2B-43B2-BD15-CADBF22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5CED6-C3D6-46E4-B95F-B426988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A1202-4B29-4B5E-8446-E7B8EFE8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9A00C-806F-425E-96C4-7946214B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42E7F-FC0F-426C-9580-C92297EE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38BAC-463A-4AF8-B967-FF7F209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6E963-6652-4548-A5B6-D763169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0A2D9-F80C-49D2-A826-F4E364C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881ED-7415-4A10-A289-B8A08C76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37D1B-B77D-40AC-B2F9-1672497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C1076-88DE-43B7-8E25-E2CC66C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645603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F70784-D2CF-40AF-A507-68047383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86CD1-6F4A-442B-9DDB-6C95189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54FE0-A79F-40C2-9BE1-494AFF4D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핵심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CB395-3666-4520-987C-DAD47A66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78EAB-3AEB-40F8-837E-9A5B64D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입력부터 관절 데이터, 자세 특성값, 코칭 리포트까지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2D5D1-3879-44DE-BF02-381C2DF8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69210-745A-4E5A-B636-46C2D38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6F930-048B-4461-AB9D-AE1F50F7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4ABD4-7551-4709-A3A5-788462E5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MP4와 사용자 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C6BF8-17A4-4B2D-B4A3-FEED71E9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CF09B-63ED-4C7C-B22A-AA9373FB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D7B8E-F9B2-4B7A-ABB9-F4A19C5E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8A12C-88AE-4DB2-9015-6FE7F078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759F6-D0F3-42B8-895B-1E8E320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311F2-50FC-4EE3-A7F8-21CBF93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RTMDet + RTMPose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8F741-F490-458B-A6FC-9838D330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8B88A-1172-49FB-B17B-E3E2819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pose_predictions.json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9C62D-6D10-4AFF-8E05-666D637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531D1-94A9-43BF-AEF2-615C1A6A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9F8A8-4265-43F2-A954-8CF2C2FF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94643-CE5C-4AC9-ADE8-B3516ECE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4개 자세값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545E2-A932-4EB3-8FE6-9EB2ED0A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BD79D-ECD6-4F2B-A525-2E93076B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B0D43-B28F-494F-8F94-351393CA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AA090-36B6-4B60-9C93-3D781A9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2611A-D577-435C-9B08-D5414D3F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에이전트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66BD7-7F00-4A1E-BD45-A9BF5957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판정값을 리포트로 변환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C0AD0-35D2-41F1-A7B7-DA16441C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2B24F-7539-4FFC-A04B-89573D1A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7215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487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255634-223F-4455-B163-70D61B3E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0109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5B7FA3-5023-432C-BE7F-D489E811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실행 순서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1E05E-E132-44CF-B831-E6C0AD19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946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main.sh가 HPE, features, agent 스크립트를 순서대로 실행하고 run/&lt;case&gt;/outputs에 단계별 산출물을 남깁니다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D409FF-E397-4C25-BE4E-96048771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코드 근거: Coach/scripts/main.sh</a:t>
            </a:r>
          </a:p>
        </p:txBody>
      </p:sp>
    </p:spTree>
    <p:extLst>
      <p:ext uri="{BB962C8B-B14F-4D97-AF65-F5344CB8AC3E}">
        <p14:creationId xmlns:p14="http://schemas.microsoft.com/office/powerpoint/2010/main" val="88562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489E2-469A-452F-9471-1876494A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75ED5-C126-454F-959F-7AB4F9FF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99F9E-7CED-4EF3-B37E-008A2EB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HPE 데이터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FC73D-BCF7-450C-B7DC-D7E6A2DE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A9F3B-5B17-4072-B1FF-BA1581EE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저장하지 않고 영상 스트림에서 사람과 26개 관절을 추정합니다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B8B83-EFD5-4F2F-8F25-DED1709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E2623-D4DB-42B6-8C8D-68C3A496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 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E7DDE-E9EF-4295-A613-EF231A8E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FPS, 프레임 수, 해상도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461D0-0F77-4A8D-8A8C-DBD4C94E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D83DF-01D6-474D-B4B2-E9116A50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RTMDet-nano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50C87-71B6-4EFD-8CE3-28F6B9FD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프레임마다 사람 bounding box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7E81E-806C-4E16-BB59-43221BD9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5593B-3537-4B75-AA92-095A190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RTMPose-M Halpe-26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49361-3A95-445A-BD42-E26928A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26개 관절 좌표와 confidence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BF3A0-8317-4A27-954C-242247A5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2DBAF-99FB-433A-ACDF-590BAB2F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주 대상 트래킹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D941A-5523-49A2-BA9B-FE9F0051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IoU와 bbox score로 한 명의 track_id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C931F-31BC-41A9-966D-F10E513B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CFEF7-352E-4327-AB5E-DEA953D4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산출물  pose_predictions.json · details.json · output.mp4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3E858-8CC8-4D4C-BB7B-9548CD9C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3911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6f82b7bec426a"/>
          <a:srcRect xmlns:a="http://schemas.openxmlformats.org/drawingml/2006/main" l="1180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828800"/>
            <a:ext cx="520065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14506-C716-449B-BC79-5CD3007E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6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RTMPose 렌더링 결과</a:t>
            </a:r>
          </a:p>
        </p:txBody>
      </p:sp>
    </p:spTree>
    <p:extLst>
      <p:ext uri="{BB962C8B-B14F-4D97-AF65-F5344CB8AC3E}">
        <p14:creationId xmlns:p14="http://schemas.microsoft.com/office/powerpoint/2010/main" val="201033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246F4A-7709-47F3-A8B9-FD455D0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0D30A-7D59-45EC-ACFF-6E913E29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0C3B7-0247-488C-A699-7E94BA45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CCA5A-7401-419B-B99E-BF049659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F2BC1-25BD-4B81-8410-E39998A4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접지 구간을 찾은 뒤 사용자 키로 픽셀 거리를 보정합니다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33265-4131-46B8-B6AE-1D8DA10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a8d460e164394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ABB0A-521D-4E5E-8FD5-C4F60EA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F3817-AA92-4956-8C3D-FAF49218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B7067-29C0-497B-9FCF-A8217B18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44E75-EAAB-4F46-B856-6BC786C5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f7aff5a214057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4D632-016F-4F40-A19B-935F184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26C5F-4A2C-4B71-A540-E4E19D0F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0565-F3D1-4624-B6CE-E8078211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624EF-E438-423D-AC29-5736EE9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389fd810749b8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EB5A0-4CE8-4220-A684-EDB5DE8D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D88A1-37CE-4210-A53A-909F870D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36A30-E503-4E34-AED4-BF5E63FF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1BAA9-34E3-4C72-9F2B-40CE1D3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d290dd0f3497b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6299B-CEDB-4B44-AA68-819BD755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C37FD-1978-4F69-B941-66597C6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45D5C5-9651-4682-8F70-3CF1E257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C58FD-4703-4D91-98B1-22FB8839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PoseSequence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48912-F3EA-4317-A613-B7C249A7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219825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무릎 각도로 스트라이드 탐지 · TD–TO 접지 구간 계산 · pixel2m 신장 보정</a:t>
            </a:r>
          </a:p>
        </p:txBody>
      </p:sp>
    </p:spTree>
    <p:extLst>
      <p:ext uri="{BB962C8B-B14F-4D97-AF65-F5344CB8AC3E}">
        <p14:creationId xmlns:p14="http://schemas.microsoft.com/office/powerpoint/2010/main" val="869935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DC703-10EB-4971-9ED2-4229F553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12B5F-6DA3-48B8-9C98-C73436C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F7BD0-18D2-4E10-95F5-75DABBAB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4A5E4-50B9-48DC-A071-C081CB1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1892E-0D0F-43B5-9A9E-CF9D369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54140-4F84-4A3D-81FD-0A4DC7F1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70699-0D4C-4876-9319-DE16FE38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3D46F-CFB5-434D-8223-2A6C3156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1898A-9F41-4C5A-9C9B-ABA8C119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CEA1B-0296-4947-9D52-584D89B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8D948-FB93-43F6-865D-6F4EEFC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5D9B0-F74C-45CC-A095-6591085E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BCDC2-3A38-4320-8214-A70A3F90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5E9DF-DCEA-4EFD-97AF-39324167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45AE8-CB92-48BD-A289-78955AB4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EF280-035D-4403-A3A2-D7C49F1E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4362A-8BBA-47C3-BF34-AC8C0483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8731D-CC4F-43EB-B22F-15DFA39B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09A45-D2A3-4BDC-9542-D54495F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72BF7-799F-45FA-9DCA-AAF94FD2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AD038-0B2C-4A68-A5F3-22BCC8E1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18D2F6-ABFC-4BB7-8A19-5B85E14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37E74-5F30-4D61-81D1-D959A7FB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82319-D3FC-475B-A51C-767FFB1B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3FB32-B960-416A-AF13-FFFB5DC8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5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2E9EC5-3745-471E-9378-401C37C0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F57F3-8F89-40EA-8FC1-3886E81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1416006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65422-9B02-4080-AB82-34FAA957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F36E5-88DA-4EC3-A475-4E2B388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8D9FE-9111-4603-A3A0-D19C9CA8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인프라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7D41A-CC39-447A-921D-20FE7078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5323C-06A7-4D80-8550-6D8F7680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모바일 요청과 오래 걸리는 영상 분석 작업을 분리한 비동기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7A8A8-FC83-45BF-BD28-7301043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193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클라이언트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88831-DFED-4E4B-AFCD-F14602D8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383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87B04-4553-4C29-9B40-D954783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09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React Native · Expo · Expo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D52D1-2F21-4DAD-A057-D2E26BEF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622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DC5D2-AD18-45BC-8528-9B6DE6BE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8130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40465-827A-4BA7-B501-8EE64EBE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52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 · 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34EA4-6A6A-43E0-A0B6-6E81914C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비동기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86B71-FD1E-4F7E-9A75-D9207D0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7026E-C87A-48FA-ABF4-5ED9DE12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957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 · Redis · 분석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321D0-5D68-4FAE-BC3D-130F2B6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481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5A4D0-A173-47FE-9382-5B06F0FF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BEAC2-9758-408C-AC50-C205FEDB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386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 · OCI Object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F8B82-847B-44BF-89A2-9F0A7755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배포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26341-9F3D-4800-899D-5994585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DC8EF-C412-4A1D-AC48-97D82F91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816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Docker Compose · OCI Compute · GitHub Actions · GHCR</a:t>
            </a:r>
          </a:p>
        </p:txBody>
      </p: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229225" y="2628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229225" y="33718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229225" y="41148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229225" y="48577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D513D-5D8A-4D3D-887E-1E0FDD5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243840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6528B-97E9-49D7-A59F-3BC86EE1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관측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643F5-8DF1-4789-8545-3353F51F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80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Prometheus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Grafana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Alertmanager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453CB4-6BFC-4A90-84B0-AE287DA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9600"/>
            <a:ext cx="24384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51D76-8B3E-475E-B676-A4908A8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29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요청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2EE1B-F886-43C3-9F39-229FBC1C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015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API가 작업을 등록하면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Worker가 영상을 분석하고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클라이언트는 상태를 조회</a:t>
            </a:r>
          </a:p>
        </p:txBody>
      </p:sp>
    </p:spTree>
    <p:extLst>
      <p:ext uri="{BB962C8B-B14F-4D97-AF65-F5344CB8AC3E}">
        <p14:creationId xmlns:p14="http://schemas.microsoft.com/office/powerpoint/2010/main" val="1451372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52A93-DBA8-4379-BA01-4772A8C4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873B4-B1F1-48DC-9919-38AADB7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86C6E-ED5C-4CD0-AAB9-CBAB348A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94411-77DF-4AF5-9058-337EB706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7B89B-B50F-4A26-93A1-1974946B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A7DAD-F00C-47F8-9A26-E858064C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4176E-7A5E-4F29-A3DD-17A982F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9970B-9D19-47E0-B570-74B7DCC7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62282-9B5F-4480-8E90-09F739B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B6336-D4E5-4D98-ABF0-B28D1C4F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970488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2026-09-08T10:38:04.0650000Z</dcterms:created>
  <dcterms:modified xsi:type="dcterms:W3CDTF">2026-09-08T10:38:04.0650000Z</dcterms:modified>
</coreProperties>
</file>