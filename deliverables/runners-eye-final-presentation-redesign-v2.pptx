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edf56c1bb4a00" /><Relationship Type="http://schemas.openxmlformats.org/officeDocument/2006/relationships/extended-properties" Target="/docProps/app.xml" Id="R2bd9399ba6974d2a" /><Relationship Type="http://schemas.openxmlformats.org/officeDocument/2006/relationships/officeDocument" Target="/ppt/presentation.xml" Id="R449880354109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18952e86c4691"/>
  </p:sldMasterIdLst>
  <p:notesMasterIdLst>
    <p:notesMasterId xmlns:r="http://schemas.openxmlformats.org/officeDocument/2006/relationships" r:id="R6203e41a28d946b2"/>
  </p:notesMasterIdLst>
  <p:sldIdLst>
    <p:sldId xmlns:r="http://schemas.openxmlformats.org/officeDocument/2006/relationships" id="256" r:id="Ra16aa31ba31240c8"/>
    <p:sldId xmlns:r="http://schemas.openxmlformats.org/officeDocument/2006/relationships" id="257" r:id="R681bf2873988461c"/>
    <p:sldId xmlns:r="http://schemas.openxmlformats.org/officeDocument/2006/relationships" id="258" r:id="R4bdb98674a1847e8"/>
    <p:sldId xmlns:r="http://schemas.openxmlformats.org/officeDocument/2006/relationships" id="259" r:id="R27c315da80204003"/>
    <p:sldId xmlns:r="http://schemas.openxmlformats.org/officeDocument/2006/relationships" id="260" r:id="R66dfd6f57b05430b"/>
    <p:sldId xmlns:r="http://schemas.openxmlformats.org/officeDocument/2006/relationships" id="261" r:id="R213f43995a474e9e"/>
    <p:sldId xmlns:r="http://schemas.openxmlformats.org/officeDocument/2006/relationships" id="262" r:id="Rc8c2cb5c2ea24eb9"/>
    <p:sldId xmlns:r="http://schemas.openxmlformats.org/officeDocument/2006/relationships" id="263" r:id="R6cce4d424af143f6"/>
    <p:sldId xmlns:r="http://schemas.openxmlformats.org/officeDocument/2006/relationships" id="264" r:id="R56f3adc6d64144e3"/>
    <p:sldId xmlns:r="http://schemas.openxmlformats.org/officeDocument/2006/relationships" id="265" r:id="Re5a91f70bb9d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636efd14c4b5f" /><Relationship Type="http://schemas.openxmlformats.org/officeDocument/2006/relationships/slideMaster" Target="/ppt/slideMasters/slideMaster1.xml" Id="R4a818952e86c4691" /><Relationship Type="http://schemas.openxmlformats.org/officeDocument/2006/relationships/notesMaster" Target="/ppt/notesMasters/notesMaster1.xml" Id="R6203e41a28d946b2" /><Relationship Type="http://schemas.openxmlformats.org/officeDocument/2006/relationships/presProps" Target="/ppt/presProps.xml" Id="R882ee0ee57b44a1f" /><Relationship Type="http://schemas.openxmlformats.org/officeDocument/2006/relationships/tableStyles" Target="/ppt/tableStyles.xml" Id="Ra719e080fbe348d5" /><Relationship Type="http://schemas.openxmlformats.org/officeDocument/2006/relationships/slide" Target="/ppt/slides/slide1.xml" Id="Ra16aa31ba31240c8" /><Relationship Type="http://schemas.openxmlformats.org/officeDocument/2006/relationships/slide" Target="/ppt/slides/slide2.xml" Id="R681bf2873988461c" /><Relationship Type="http://schemas.openxmlformats.org/officeDocument/2006/relationships/slide" Target="/ppt/slides/slide3.xml" Id="R4bdb98674a1847e8" /><Relationship Type="http://schemas.openxmlformats.org/officeDocument/2006/relationships/slide" Target="/ppt/slides/slide4.xml" Id="R27c315da80204003" /><Relationship Type="http://schemas.openxmlformats.org/officeDocument/2006/relationships/slide" Target="/ppt/slides/slide5.xml" Id="R66dfd6f57b05430b" /><Relationship Type="http://schemas.openxmlformats.org/officeDocument/2006/relationships/slide" Target="/ppt/slides/slide6.xml" Id="R213f43995a474e9e" /><Relationship Type="http://schemas.openxmlformats.org/officeDocument/2006/relationships/slide" Target="/ppt/slides/slide7.xml" Id="Rc8c2cb5c2ea24eb9" /><Relationship Type="http://schemas.openxmlformats.org/officeDocument/2006/relationships/slide" Target="/ppt/slides/slide8.xml" Id="R6cce4d424af143f6" /><Relationship Type="http://schemas.openxmlformats.org/officeDocument/2006/relationships/slide" Target="/ppt/slides/slide9.xml" Id="R56f3adc6d64144e3" /><Relationship Type="http://schemas.openxmlformats.org/officeDocument/2006/relationships/slide" Target="/ppt/slides/slide10.xml" Id="Re5a91f70bb9d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8207704bf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57cad7479c402e" /><Relationship Type="http://schemas.openxmlformats.org/officeDocument/2006/relationships/notesMaster" Target="/ppt/notesMasters/notesMaster1.xml" Id="R5ff2ff1f8c6246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72aea2c594f65" /><Relationship Type="http://schemas.openxmlformats.org/officeDocument/2006/relationships/notesMaster" Target="/ppt/notesMasters/notesMaster1.xml" Id="R3583d07e08274b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0e418f26db40e4" /><Relationship Type="http://schemas.openxmlformats.org/officeDocument/2006/relationships/notesMaster" Target="/ppt/notesMasters/notesMaster1.xml" Id="Rd118408834c041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44d85a77c247d2" /><Relationship Type="http://schemas.openxmlformats.org/officeDocument/2006/relationships/notesMaster" Target="/ppt/notesMasters/notesMaster1.xml" Id="R13a049a474ae41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2c22aabcbf4f27" /><Relationship Type="http://schemas.openxmlformats.org/officeDocument/2006/relationships/notesMaster" Target="/ppt/notesMasters/notesMaster1.xml" Id="Rf56862c1fa584b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b46e3a4f384453" /><Relationship Type="http://schemas.openxmlformats.org/officeDocument/2006/relationships/notesMaster" Target="/ppt/notesMasters/notesMaster1.xml" Id="Racccf9f5977b4a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b3b621026b487c" /><Relationship Type="http://schemas.openxmlformats.org/officeDocument/2006/relationships/notesMaster" Target="/ppt/notesMasters/notesMaster1.xml" Id="Rc845ce5f20f0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6bfcc1544f4be8" /><Relationship Type="http://schemas.openxmlformats.org/officeDocument/2006/relationships/notesMaster" Target="/ppt/notesMasters/notesMaster1.xml" Id="R40216898ca4742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d2a908169c47bc" /><Relationship Type="http://schemas.openxmlformats.org/officeDocument/2006/relationships/notesMaster" Target="/ppt/notesMasters/notesMaster1.xml" Id="Rb72fa03d08984f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a781b6524247fe" /><Relationship Type="http://schemas.openxmlformats.org/officeDocument/2006/relationships/notesMaster" Target="/ppt/notesMasters/notesMaster1.xml" Id="R87adfa038be14f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Coach/scripts/main.sh, Coach/README.md. HPE, feature 추출, agent 실행 순서를 코드 기준으로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Coach/scripts/hpe/pose_track.py. detector는 RTMDet-nano, pose는 RTMPose-M Halpe-26, backend는 ONNX Runtime이다.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기존 발표자료 11장. 현재 저장소에는 모바일, API, 배포 코드가 포함되어 있지 않으므로 인프라 설명은 제공 PPT 내용을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d1a2239d3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2f57d235c40d2" /><Relationship Type="http://schemas.openxmlformats.org/officeDocument/2006/relationships/slideLayout" Target="/ppt/slideLayouts/slideLayout1.xml" Id="Ra60e7e8fd48142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e7e8fd48142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d8a1879764465" /><Relationship Type="http://schemas.openxmlformats.org/officeDocument/2006/relationships/image" Target="/ppt/media/image.png" Id="R4f12e1e98cd0467d" /><Relationship Type="http://schemas.openxmlformats.org/officeDocument/2006/relationships/notesSlide" Target="/ppt/notesSlides/notesSlide1.xml" Id="R93ebfcc50265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0ac1f5bce432d" /><Relationship Type="http://schemas.openxmlformats.org/officeDocument/2006/relationships/notesSlide" Target="/ppt/notesSlides/notesSlide2.xml" Id="R24c004d41282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36442c4134f0b" /><Relationship Type="http://schemas.openxmlformats.org/officeDocument/2006/relationships/image" Target="/ppt/media/image2.png" Id="R9308c64b82694233" /><Relationship Type="http://schemas.openxmlformats.org/officeDocument/2006/relationships/image" Target="/ppt/media/image3.png" Id="R97bf7d238d224d25" /><Relationship Type="http://schemas.openxmlformats.org/officeDocument/2006/relationships/notesSlide" Target="/ppt/notesSlides/notesSlide3.xml" Id="R684bf5b0e4f949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ce7731ae8487a" /><Relationship Type="http://schemas.openxmlformats.org/officeDocument/2006/relationships/image" Target="/ppt/media/image4.png" Id="R0f02a33901d34ec8" /><Relationship Type="http://schemas.openxmlformats.org/officeDocument/2006/relationships/notesSlide" Target="/ppt/notesSlides/notesSlide4.xml" Id="Rf17f23895d1144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56057629448dd" /><Relationship Type="http://schemas.openxmlformats.org/officeDocument/2006/relationships/notesSlide" Target="/ppt/notesSlides/notesSlide5.xml" Id="R802bdc7cc0c243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6fbfb50c0463c" /><Relationship Type="http://schemas.openxmlformats.org/officeDocument/2006/relationships/image" Target="/ppt/media/image5.png" Id="Rdbec2bc29ae04535" /><Relationship Type="http://schemas.openxmlformats.org/officeDocument/2006/relationships/notesSlide" Target="/ppt/notesSlides/notesSlide6.xml" Id="Rc5377f6117f446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16c99261e4744" /><Relationship Type="http://schemas.openxmlformats.org/officeDocument/2006/relationships/image" Target="/ppt/media/image6.png" Id="Rf4167d66307e468d" /><Relationship Type="http://schemas.openxmlformats.org/officeDocument/2006/relationships/image" Target="/ppt/media/image7.png" Id="R212b948e5f3f4ddd" /><Relationship Type="http://schemas.openxmlformats.org/officeDocument/2006/relationships/image" Target="/ppt/media/image8.png" Id="R62a8d4ff5e264e71" /><Relationship Type="http://schemas.openxmlformats.org/officeDocument/2006/relationships/image" Target="/ppt/media/image9.png" Id="R8202cf59d7d14931" /><Relationship Type="http://schemas.openxmlformats.org/officeDocument/2006/relationships/notesSlide" Target="/ppt/notesSlides/notesSlide7.xml" Id="R2f5e740082c045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6e2b449be40ac" /><Relationship Type="http://schemas.openxmlformats.org/officeDocument/2006/relationships/notesSlide" Target="/ppt/notesSlides/notesSlide8.xml" Id="R68469ac573bf40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2a43bd8d41d4" /><Relationship Type="http://schemas.openxmlformats.org/officeDocument/2006/relationships/notesSlide" Target="/ppt/notesSlides/notesSlide9.xml" Id="R4f7af982a42445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da8fcd9a244be" /><Relationship Type="http://schemas.openxmlformats.org/officeDocument/2006/relationships/notesSlide" Target="/ppt/notesSlides/notesSlide10.xml" Id="Rd3d6523d187245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6ACFE-6113-426B-9698-8271F433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6F74D-A0C9-4EB6-8726-813EF0E9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CD52E-B4BA-4A7A-BDFD-F408510E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06783-44AF-4C64-8989-BA03D01A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E29AB-49EA-472D-B1F8-A00F45C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5CC79-A496-4519-B214-85A7F051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1238B-A543-4F08-8BC2-A0950ADF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2697C-F306-4EDC-872C-F5AB5AA9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2e1e98cd0467d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DF4D8-6113-4938-B2CE-17A170F6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674253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40D39-C327-4342-9F64-C91703EF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64121-8398-4D58-B8DE-B910CE65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59E14-61D0-45DB-B362-2C29F4F0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37A48-78EB-4FBF-A313-17C90249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DABA5-308C-4AB2-9D71-F6DAEA40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24F9E-65F6-49C9-A124-45262D4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B7448-625B-4692-B054-BE4F9E00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17572-6E2E-4777-94E0-79FB9AA4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519D4-1474-4F5A-AF7B-4229B8F1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C28EF-6C12-45AB-8C04-C9941045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E4A24-9E92-48D5-AD16-C5A9370E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2D408-49D7-4FE5-8F81-EC4D4D2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C70EF-588C-4FF2-85DB-CBA89C0B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F0A4B-4179-4B0A-BC0F-DD72BF12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DA0FC-CB87-411A-B556-141256C9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33B80-3F8A-46AB-8891-45187DA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7A402-09FF-4542-ABD1-148D1B4F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86BB5-105E-4AE6-9E3C-CED97AB8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38F52-CDC9-4334-9E1E-831535F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B49ED-AA6B-49E4-8709-04B56D18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8ECC7-F515-4BAD-AD9B-2DC4099B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398D8-60B9-4B83-9F72-DD7993C8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3FDA0-6789-4E48-89AD-A323A053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BBF8A-E677-4969-9134-B3B056A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6AD015-276D-4F6C-841E-9D34AAD3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47481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4DDCD-30EB-4B9E-BA80-86F6EDD9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10C20-BBB7-42B1-ACD5-6385DBCA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F5EDA-E5AD-4E0F-A8D4-E330CCE8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7DE85-BBEF-45E1-9F2E-9D023F45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6F391-5C7F-4DD0-BBD1-272BCC43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6508-5E43-4285-94D1-465C115C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20741-B221-46F7-988F-763C6A0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2ACC0-8D17-44CA-9333-F83D25A7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363FB-C5A6-4D00-AE8A-67DC94B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6FA31-5285-463C-82DE-35E0E8A2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70A11-6CEF-43D1-AD94-6C4BD00A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F47E1-0D3E-44C6-BD84-4C59B12B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F398C-7EDA-4764-B4BA-1C27D09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9B83B-7200-42F2-99E1-3389AC82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C0A2F-2041-4F01-87E4-F8AD1745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6ED75-4E58-42C8-B304-89BE332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A357B-334B-4A46-A05F-B961B730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1E435-A7B1-4461-8FC0-FB5E1C7C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F8DD9-0B98-4A3C-A3A7-4A3A01CD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8c64b82694233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f7d238d224d25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DBE9D-1E71-49FE-A106-A18BFB5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AC7CB-592E-4B1C-A200-24EB2AE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752955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B5193-2D61-4BFE-B3E5-20DE0148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7F85C-BD3A-4B19-89DB-AACB258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1B2F0-D0D9-40DD-8072-357573C4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B00D6-D8B1-48C5-B20B-839AB7F6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7FCFA-5BF7-492D-B7CE-59D87D56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2a33901d34ec8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401A0-4DEF-4EC6-8295-4AF6C25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E0FB8-EB5B-4E13-AF3F-57EA029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A05DB-91C9-4DB0-A597-E3C793A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8DBB6-4E2E-4A54-B40E-7084244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1A3AC-F48D-48C3-9C1B-39735E33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F8FD4-DC56-4446-867E-D7B0A11A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176AF-2A34-4051-AD07-F0510899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D0A1F-E393-44C1-A187-58DC75A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2BBEB-518B-4E77-814D-CA05ED60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A6A7D-87EA-4F21-AB4B-65C5EB52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A43C0-A64E-4B5B-9FD8-EF2709FD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6781C-B7B8-49FD-B9B7-D6E15FF0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934C5-0DC2-46C8-A19B-216174C4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EDB2D-8CE9-4687-A9EE-E18A1217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7ADCC-217F-4C6F-AC5A-A66E82D2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B4626-152F-4CDB-8375-919BC7BC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C30EF-0F22-4F8C-8A25-7C8B9FEA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625907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66F8B2-68BE-4A8D-AC53-8918E170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B0D76-2B90-42D6-BF34-61CE480E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60703-C38D-4318-B101-E0E6A3C0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핵심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D433B-582F-4869-B3EA-CC33163E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720FB-81F5-4072-90B8-DD68919B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입력부터 관절 데이터, 자세 특성값, 코칭 리포트까지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E5B65-A5D6-459A-9816-5C85672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F4BF3-159B-4823-95E8-D474BFA3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0CA41-5D40-4365-88B9-7EBDA32C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200E0-00B2-4A4D-835D-096C390F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MP4와 사용자 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B8479-A6D9-4BFC-9BFD-C97DBF3E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DB06B-C637-45A7-92C7-EB133086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AC4B8-E2A8-4CC9-B654-9D02DB5B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84190-6544-46A3-B6EA-A2FDB492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DE729-7E7D-4905-BA29-2E2BC04B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7F5EB-223A-4BE9-A0F1-3CF28B6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RTMDet + RTMPose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A838F-03BA-4DB4-B1CB-32A59FA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28B12-B073-441C-B3BF-D038E612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pose_predictions.json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E79BF-9A3E-4381-BA69-1A5F1FDD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43196-0639-4DC2-9FC8-3214B43E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21E38-3ABF-4D95-88EE-B77561B2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0D357-2A59-45C7-822C-15D6142C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4개 자세값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26337-ED37-44FE-961D-43A8E496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93EBD-4B38-47CA-BDF3-88A608D3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A4073-9E7D-4C24-9529-3C573C6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8EEFF-693C-435E-A351-850E50B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C8143-616D-464D-B9EE-09A3C63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에이전트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27980-13E9-4A7B-8C35-D37B40D7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판정값을 리포트로 변환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76F4D-20B7-4DF0-91BF-74926D21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CEEA6-F59B-4AA0-A8C4-160DC368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7215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487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F1B81A-E518-4893-A89C-E4E26A81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0109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5903BE-5F92-4D61-AB13-9D49FD9D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실행 순서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4359D3-4F49-457F-80BF-33ADE894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946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main.sh가 HPE, features, agent 스크립트를 순서대로 실행하고 run/&lt;case&gt;/outputs에 단계별 산출물을 남깁니다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5EA503-A373-406E-AB29-816B8CCA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코드 근거: Coach/scripts/main.sh</a:t>
            </a:r>
          </a:p>
        </p:txBody>
      </p:sp>
    </p:spTree>
    <p:extLst>
      <p:ext uri="{BB962C8B-B14F-4D97-AF65-F5344CB8AC3E}">
        <p14:creationId xmlns:p14="http://schemas.microsoft.com/office/powerpoint/2010/main" val="1115979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C264A-6560-4006-BC09-7B72B2D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08A02-1434-4935-8774-F6CF337F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28BF5-5074-45FE-BB6A-F1644923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HPE 데이터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F5B9E-DB32-42BC-8AC3-4D26BAF1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A19DD-BE6F-4175-9C6A-63B2A64B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저장하지 않고 영상 스트림에서 사람과 26개 관절을 추정합니다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4848B-39D1-478B-8DED-37C54EB5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7499E-C0CF-4E2D-94ED-4A6EBA49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 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75110-C5EA-437B-A84C-41BEA311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FPS, 프레임 수, 해상도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1C1D8-816E-4559-94B4-ED00AEC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C383A-36CA-4DE9-9D21-9132D2F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RTMDet-nano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AA727-981A-4989-9769-28D3F805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프레임마다 사람 bounding box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4CC3F-C500-4B6F-8FD4-7B7CEFA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3BAD0-544B-45B8-A30F-38A5C2B4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RTMPose-M Halpe-26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2E93B-A502-486B-A2FA-8556C62E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26개 관절 좌표와 confidence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7C0F2-17F1-4C4A-B719-94E2BE43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EB4AB-4858-4CEF-86B9-AD8FAC2F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주 대상 트래킹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0802E-F9EB-4652-B2BE-36417A3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IoU와 bbox score로 한 명의 track_id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80BE1-6D25-40C8-BD75-C2092DB9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D8757-B327-48C7-A68C-E564E517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산출물  pose_predictions.json · details.json · output.mp4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56DCB-3A32-4777-8984-F464AE1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3911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c2bc29ae04535"/>
          <a:srcRect xmlns:a="http://schemas.openxmlformats.org/drawingml/2006/main" l="1180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828800"/>
            <a:ext cx="520065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15E9B-B8DD-4F2D-8BCD-F7374D1D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6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RTMPose 렌더링 결과</a:t>
            </a:r>
          </a:p>
        </p:txBody>
      </p:sp>
    </p:spTree>
    <p:extLst>
      <p:ext uri="{BB962C8B-B14F-4D97-AF65-F5344CB8AC3E}">
        <p14:creationId xmlns:p14="http://schemas.microsoft.com/office/powerpoint/2010/main" val="468083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D0AD5-7C0C-4EFA-96E6-DDF60E07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413D6-A205-4212-82A0-2D1339E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C9291-3B1D-4095-BBBA-D4C0E2A8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EC448-B1BD-45D4-8267-DF4257F3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05A0D-E1AB-4F9A-819A-C8C4750D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접지 구간을 찾은 뒤 사용자 키로 픽셀 거리를 보정합니다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888F8-C1BC-4068-A175-D05C69A4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67d66307e468d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B1F2F-BC85-4843-8955-F0AF92D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C13B2-796E-4556-9B54-2EA8D0B0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8DD39-6683-448F-957F-44FA1977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3F5CE-A946-4C74-8BEC-DD8F639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b948e5f3f4ddd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7B857-498E-4FD8-983C-4C00971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F531C-1FDB-46E7-8288-94149470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67C24-D04B-42BF-8FED-39A80D7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B99AC-18B6-4C90-83C8-FF4FB6D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8d4ff5e264e71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CB652-213C-4516-9BE1-5D92F4B1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D2111-70C3-4791-AFBF-96CF573F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4B294-E7A4-4D99-B981-33901A7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57545-5400-48D7-8B75-679F363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2cf59d7d14931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4319C-873B-4DBF-B4E4-E5E7B33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389D0-0CA9-4CCE-8598-05AA205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75270-38E0-4BFE-B4BF-5F4E4E18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C04F4-DB8E-420D-A542-E9F41C7D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PoseSequence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BE2D1-8A79-4185-A528-979186F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219825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무릎 각도로 스트라이드 탐지 · TD–TO 접지 구간 계산 · pixel2m 신장 보정</a:t>
            </a:r>
          </a:p>
        </p:txBody>
      </p:sp>
    </p:spTree>
    <p:extLst>
      <p:ext uri="{BB962C8B-B14F-4D97-AF65-F5344CB8AC3E}">
        <p14:creationId xmlns:p14="http://schemas.microsoft.com/office/powerpoint/2010/main" val="1146973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812F8-9678-4369-8B48-138EC449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47EF0-3C4B-47B3-B040-89F34B86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985C7-5255-4212-9FE6-EB7F6F23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3964C-9844-4844-9CA5-8F76B9B7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E9EF7-0FF3-4D38-B395-03F28B2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098E0-0056-4518-9069-FEF9D0F7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9884A-FC35-4EB3-8481-5846147A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F64BC-60AC-4363-B6CE-695185BA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C41DF-5F36-4B6E-BA1D-95DEC8C9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904AE-BD93-46E9-90FD-D80C0981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B66B6-01BC-436F-9082-126D806D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16DED-B776-474B-A2DF-3F35AA99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13C0F-3361-41FA-BF3F-05040FB9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57AEA-0385-44F6-A2C8-81F652C0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D1BBC-58F5-45BF-84EE-3002C9CB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896E7-EF92-4549-89C5-30D0185E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F10C2-09D9-4E4F-BDCB-F581BFBC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22043-3AB9-49F5-8514-CA07F983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A3607-9E81-4F2F-B6D0-8C0922A8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C86A9-A5C6-47DA-9915-CE548D2C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B7F19-576F-4D8E-A406-9EDD6DCA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91A6A-485B-4EF2-A455-46499B76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6BB51-1C9A-4005-9789-A72AFAAD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5922F-F045-42A5-9A0A-CBECF809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736FD-22C6-475C-84EE-82662684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5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33ADE-7A26-4416-8C67-360B621D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FBFAD-F2A9-491E-882E-0BE4285A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1679297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68DB4-EBF4-41F0-A6F3-20183342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A671C-FB1B-45D2-BAD7-0D818639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00DBF-BF8B-40AD-B640-BDEC21AD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인프라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5C745-A34C-401B-AF0D-5F19466C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CEEDD-B721-486A-96BB-838900D6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모바일 요청과 오래 걸리는 영상 분석 작업을 분리한 비동기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75C91-FEEC-4664-931E-162B959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193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클라이언트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A85F9-A182-4DE4-88C3-C9D8C40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383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9E6E8-5AD1-4693-991A-8970E558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09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React Native · Expo · Expo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B9263-53D0-485E-90C4-8C51A247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622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64039-02DD-466F-B056-1D96B628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8130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3F990-0562-4C5F-B2C8-46ED445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52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 · 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62227-FD95-4753-B2E4-5AD49D43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비동기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6915B-8ED2-4A6D-BE14-6D25833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7CD1D-EB99-4A30-91F2-19231C1D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957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 · Redis · 분석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A4A63-E791-4CE9-925F-D9777EE7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481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34DB6-5BEE-4AF5-BE5D-F6FDE003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175A8-D76F-46B8-B2C4-E6849ED3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386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 · OCI Object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5C1E4-D402-42F3-81F4-8F070F4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배포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E0BF7-3F8E-4FE5-A07E-35DFAB53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85A69-A228-4C17-993E-464AFA7A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816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Docker Compose · OCI Compute · GitHub Actions · GHCR</a:t>
            </a:r>
          </a:p>
        </p:txBody>
      </p: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229225" y="2628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229225" y="33718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229225" y="41148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229225" y="48577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83029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AB3B0-BF48-4E52-8EC1-FC7F79C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243840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4DAEF-DAD8-4FFC-897F-C7F90296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관측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1A831F-E9B9-4C27-BF83-AC3B8714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180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Prometheus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Grafana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Alertmanager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855F6-869F-44AD-9C6B-DA7805D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9600"/>
            <a:ext cx="24384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321B32-9DCF-4FBD-A0A7-0AE2648F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29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요청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25D1D-CEE6-4F6B-83E9-A7D7D68F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015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API가 작업을 등록하면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Worker가 영상을 분석하고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클라이언트는 상태를 조회</a:t>
            </a:r>
          </a:p>
        </p:txBody>
      </p:sp>
    </p:spTree>
    <p:extLst>
      <p:ext uri="{BB962C8B-B14F-4D97-AF65-F5344CB8AC3E}">
        <p14:creationId xmlns:p14="http://schemas.microsoft.com/office/powerpoint/2010/main" val="568516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ED863-874F-4DEA-A32D-615505D1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4BB1E-B131-4C65-BEBA-1080A844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13D08-B389-4353-AEFF-5D5E5DE9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5343-2F7F-4342-A70E-40880260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D537D-676C-4DBF-B083-2A54096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56E35-836D-4F66-A8FA-8BD25F7A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E40B9-C97E-47FB-A91B-7A86108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E62D7-1D85-478F-ADF2-7D2A0A79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8487B-89B0-41B6-9FC2-0995174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A4302-F72D-483B-B5AA-57C3390D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76988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2026-09-08T10:40:30.3690000Z</dcterms:created>
  <dcterms:modified xsi:type="dcterms:W3CDTF">2026-09-08T10:40:30.3690000Z</dcterms:modified>
</coreProperties>
</file>