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d762b37557444d" /><Relationship Type="http://schemas.openxmlformats.org/officeDocument/2006/relationships/extended-properties" Target="/docProps/app.xml" Id="R8419184ddf144636" /><Relationship Type="http://schemas.openxmlformats.org/officeDocument/2006/relationships/officeDocument" Target="/ppt/presentation.xml" Id="R9060ef3716094e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4d1347d00d4f26"/>
  </p:sldMasterIdLst>
  <p:notesMasterIdLst>
    <p:notesMasterId xmlns:r="http://schemas.openxmlformats.org/officeDocument/2006/relationships" r:id="Rc92b7a75e2ed4caa"/>
  </p:notesMasterIdLst>
  <p:sldIdLst>
    <p:sldId xmlns:r="http://schemas.openxmlformats.org/officeDocument/2006/relationships" id="256" r:id="R204eb5c83f1d4e7a"/>
    <p:sldId xmlns:r="http://schemas.openxmlformats.org/officeDocument/2006/relationships" id="257" r:id="R51a9553a43bf42dc"/>
    <p:sldId xmlns:r="http://schemas.openxmlformats.org/officeDocument/2006/relationships" id="258" r:id="R3b8e8ccdd9034d5c"/>
    <p:sldId xmlns:r="http://schemas.openxmlformats.org/officeDocument/2006/relationships" id="259" r:id="Rbe2733366aa340fa"/>
    <p:sldId xmlns:r="http://schemas.openxmlformats.org/officeDocument/2006/relationships" id="260" r:id="R28e8e57f98574086"/>
    <p:sldId xmlns:r="http://schemas.openxmlformats.org/officeDocument/2006/relationships" id="261" r:id="R4beab6df3bdd4015"/>
    <p:sldId xmlns:r="http://schemas.openxmlformats.org/officeDocument/2006/relationships" id="262" r:id="Re2773f30f0e04367"/>
    <p:sldId xmlns:r="http://schemas.openxmlformats.org/officeDocument/2006/relationships" id="263" r:id="Reb2ff2d3c5fa46ac"/>
    <p:sldId xmlns:r="http://schemas.openxmlformats.org/officeDocument/2006/relationships" id="264" r:id="R5ba99940ba534e92"/>
    <p:sldId xmlns:r="http://schemas.openxmlformats.org/officeDocument/2006/relationships" id="265" r:id="R098e75a6f7df4179"/>
    <p:sldId xmlns:r="http://schemas.openxmlformats.org/officeDocument/2006/relationships" id="266" r:id="Rde8a0effcd024c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c4a278dbda441f" /><Relationship Type="http://schemas.openxmlformats.org/officeDocument/2006/relationships/slideMaster" Target="/ppt/slideMasters/slideMaster1.xml" Id="R414d1347d00d4f26" /><Relationship Type="http://schemas.openxmlformats.org/officeDocument/2006/relationships/notesMaster" Target="/ppt/notesMasters/notesMaster1.xml" Id="Rc92b7a75e2ed4caa" /><Relationship Type="http://schemas.openxmlformats.org/officeDocument/2006/relationships/presProps" Target="/ppt/presProps.xml" Id="R73b85692a24447bc" /><Relationship Type="http://schemas.openxmlformats.org/officeDocument/2006/relationships/tableStyles" Target="/ppt/tableStyles.xml" Id="R76b86ccbd8184839" /><Relationship Type="http://schemas.openxmlformats.org/officeDocument/2006/relationships/slide" Target="/ppt/slides/slide1.xml" Id="R204eb5c83f1d4e7a" /><Relationship Type="http://schemas.openxmlformats.org/officeDocument/2006/relationships/slide" Target="/ppt/slides/slide2.xml" Id="R51a9553a43bf42dc" /><Relationship Type="http://schemas.openxmlformats.org/officeDocument/2006/relationships/slide" Target="/ppt/slides/slide3.xml" Id="R3b8e8ccdd9034d5c" /><Relationship Type="http://schemas.openxmlformats.org/officeDocument/2006/relationships/slide" Target="/ppt/slides/slide4.xml" Id="Rbe2733366aa340fa" /><Relationship Type="http://schemas.openxmlformats.org/officeDocument/2006/relationships/slide" Target="/ppt/slides/slide5.xml" Id="R28e8e57f98574086" /><Relationship Type="http://schemas.openxmlformats.org/officeDocument/2006/relationships/slide" Target="/ppt/slides/slide6.xml" Id="R4beab6df3bdd4015" /><Relationship Type="http://schemas.openxmlformats.org/officeDocument/2006/relationships/slide" Target="/ppt/slides/slide7.xml" Id="Re2773f30f0e04367" /><Relationship Type="http://schemas.openxmlformats.org/officeDocument/2006/relationships/slide" Target="/ppt/slides/slide8.xml" Id="Reb2ff2d3c5fa46ac" /><Relationship Type="http://schemas.openxmlformats.org/officeDocument/2006/relationships/slide" Target="/ppt/slides/slide9.xml" Id="R5ba99940ba534e92" /><Relationship Type="http://schemas.openxmlformats.org/officeDocument/2006/relationships/slide" Target="/ppt/slides/slide10.xml" Id="R098e75a6f7df4179" /><Relationship Type="http://schemas.openxmlformats.org/officeDocument/2006/relationships/slide" Target="/ppt/slides/slide11.xml" Id="Rde8a0effcd024c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dd37fa5b946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fe4fd2d0d4768" /><Relationship Type="http://schemas.openxmlformats.org/officeDocument/2006/relationships/notesMaster" Target="/ppt/notesMasters/notesMaster1.xml" Id="Rc5709e3fc9414c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533b38dd7b428c" /><Relationship Type="http://schemas.openxmlformats.org/officeDocument/2006/relationships/notesMaster" Target="/ppt/notesMasters/notesMaster1.xml" Id="Rca12b89e143343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ecf7db53014e66" /><Relationship Type="http://schemas.openxmlformats.org/officeDocument/2006/relationships/notesMaster" Target="/ppt/notesMasters/notesMaster1.xml" Id="Raf9d5a8e3d21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eb12aca0414a3b" /><Relationship Type="http://schemas.openxmlformats.org/officeDocument/2006/relationships/notesMaster" Target="/ppt/notesMasters/notesMaster1.xml" Id="R88a15ad677f2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5c734529dc4cd0" /><Relationship Type="http://schemas.openxmlformats.org/officeDocument/2006/relationships/notesMaster" Target="/ppt/notesMasters/notesMaster1.xml" Id="Rdc988b8bdfba41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b6a69c451b48c1" /><Relationship Type="http://schemas.openxmlformats.org/officeDocument/2006/relationships/notesMaster" Target="/ppt/notesMasters/notesMaster1.xml" Id="R8bda0e28b48649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abb25d35f48de" /><Relationship Type="http://schemas.openxmlformats.org/officeDocument/2006/relationships/notesMaster" Target="/ppt/notesMasters/notesMaster1.xml" Id="R0dddcf96a87345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0489c5f2d44ae0" /><Relationship Type="http://schemas.openxmlformats.org/officeDocument/2006/relationships/notesMaster" Target="/ppt/notesMasters/notesMaster1.xml" Id="Raa10e9b9bbaa49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861ac730f94d03" /><Relationship Type="http://schemas.openxmlformats.org/officeDocument/2006/relationships/notesMaster" Target="/ppt/notesMasters/notesMaster1.xml" Id="R4cc8b6fa84f64a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913df533cc400a" /><Relationship Type="http://schemas.openxmlformats.org/officeDocument/2006/relationships/notesMaster" Target="/ppt/notesMasters/notesMaster1.xml" Id="R6bc7e2658f9e46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31f86161494d4a" /><Relationship Type="http://schemas.openxmlformats.org/officeDocument/2006/relationships/notesMaster" Target="/ppt/notesMasters/notesMaster1.xml" Id="R2e657b02db0f41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Coach/run/test12/transformed.mp4, Coach/run/test12/outputs/output.mp4, 기존 발표자료의 피처 이미지와 기록 화면, Coach/scripts/main.sh. 영상, HPE, 피처, 에이전트의 4단계 흐름을 한 장에 합쳤다.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codex-clipboard-2ed76b86-2e47-4cdc-b27d-c352b1b25716.png. 내용, 객체 위치, 보간 그래프, 화살표 방향과 연결 관계는 변경하지 않고 선·배경·폰트·강조색만 발표자료 스타일로 변경했다.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codex-clipboard-681490a5-34db-4f1f-b879-3fff821df989.png. 원본의 영역 중첩, 객체 위치, 5~20번 흐름, 방향, 저장소, 관찰 가능성, 선택 기능을 유지하고 선·배경·폰트·강조색만 발표자료 스타일로 변경했다.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2e34583cf41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53d0bffe340c0" /><Relationship Type="http://schemas.openxmlformats.org/officeDocument/2006/relationships/slideLayout" Target="/ppt/slideLayouts/slideLayout1.xml" Id="Rc403d76cf6fa44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3d76cf6fa44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0ea20559d4b43" /><Relationship Type="http://schemas.openxmlformats.org/officeDocument/2006/relationships/image" Target="/ppt/media/image.png" Id="Ra8d97c67e4a14c4d" /><Relationship Type="http://schemas.openxmlformats.org/officeDocument/2006/relationships/notesSlide" Target="/ppt/notesSlides/notesSlide1.xml" Id="Ref897f04a609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febc6093441bf" /><Relationship Type="http://schemas.openxmlformats.org/officeDocument/2006/relationships/notesSlide" Target="/ppt/notesSlides/notesSlide2.xml" Id="R36ff07dbcda0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5e799b2c84725" /><Relationship Type="http://schemas.openxmlformats.org/officeDocument/2006/relationships/image" Target="/ppt/media/image2.png" Id="Rac100138e48249fd" /><Relationship Type="http://schemas.openxmlformats.org/officeDocument/2006/relationships/image" Target="/ppt/media/image3.png" Id="R1e8a281b3d30471c" /><Relationship Type="http://schemas.openxmlformats.org/officeDocument/2006/relationships/notesSlide" Target="/ppt/notesSlides/notesSlide3.xml" Id="Rf40d26e1a8144b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75c271cc641dc" /><Relationship Type="http://schemas.openxmlformats.org/officeDocument/2006/relationships/image" Target="/ppt/media/image4.png" Id="Re7e8263cb0d14b44" /><Relationship Type="http://schemas.openxmlformats.org/officeDocument/2006/relationships/notesSlide" Target="/ppt/notesSlides/notesSlide4.xml" Id="R38e33491b717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aeb357d8a4057" /><Relationship Type="http://schemas.openxmlformats.org/officeDocument/2006/relationships/image" Target="/ppt/media/image5.png" Id="R872ed91fa91640ac" /><Relationship Type="http://schemas.openxmlformats.org/officeDocument/2006/relationships/image" Target="/ppt/media/image6.png" Id="R0ed1f0cf082b4e29" /><Relationship Type="http://schemas.openxmlformats.org/officeDocument/2006/relationships/image" Target="/ppt/media/image7.png" Id="Racb88807dc924c1c" /><Relationship Type="http://schemas.openxmlformats.org/officeDocument/2006/relationships/image" Target="/ppt/media/image8.png" Id="R0c33715a658f46f9" /><Relationship Type="http://schemas.openxmlformats.org/officeDocument/2006/relationships/image" Target="/ppt/media/image9.png" Id="R5de8cc3039c64934" /><Relationship Type="http://schemas.openxmlformats.org/officeDocument/2006/relationships/notesSlide" Target="/ppt/notesSlides/notesSlide5.xml" Id="R926009e9d2fd4a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37fa528e4cf2" /><Relationship Type="http://schemas.openxmlformats.org/officeDocument/2006/relationships/notesSlide" Target="/ppt/notesSlides/notesSlide6.xml" Id="R445706ffc16d47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530c844a94a40" /><Relationship Type="http://schemas.openxmlformats.org/officeDocument/2006/relationships/image" Target="/ppt/media/image10.png" Id="R5914a339d92f4081" /><Relationship Type="http://schemas.openxmlformats.org/officeDocument/2006/relationships/image" Target="/ppt/media/image11.png" Id="R074dcfc985bc47a9" /><Relationship Type="http://schemas.openxmlformats.org/officeDocument/2006/relationships/image" Target="/ppt/media/image12.png" Id="R298c5af6fa1e474f" /><Relationship Type="http://schemas.openxmlformats.org/officeDocument/2006/relationships/image" Target="/ppt/media/image13.png" Id="R1e3ab636360844bb" /><Relationship Type="http://schemas.openxmlformats.org/officeDocument/2006/relationships/notesSlide" Target="/ppt/notesSlides/notesSlide7.xml" Id="R4cb48b12074c4a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5824b330e4907" /><Relationship Type="http://schemas.openxmlformats.org/officeDocument/2006/relationships/notesSlide" Target="/ppt/notesSlides/notesSlide8.xml" Id="R736300d38d5847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10678fde445fe" /><Relationship Type="http://schemas.openxmlformats.org/officeDocument/2006/relationships/notesSlide" Target="/ppt/notesSlides/notesSlide9.xml" Id="R58db2c0d27114e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6c048c36d46a2" /><Relationship Type="http://schemas.openxmlformats.org/officeDocument/2006/relationships/notesSlide" Target="/ppt/notesSlides/notesSlide10.xml" Id="R633ee3078b714b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09ed2e9064c56" /><Relationship Type="http://schemas.openxmlformats.org/officeDocument/2006/relationships/notesSlide" Target="/ppt/notesSlides/notesSlide11.xml" Id="R095ef3f03571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06EE8-55DE-4EAF-AF48-6C2857B6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63D3E-09D4-410E-B180-B4632AD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404FD-1BB4-445E-B0EB-DE6FE21B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45542-9A1F-4D97-8F58-0942FAC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F4D24-133C-4B25-8BA5-278EBDE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99300-6758-4D25-B8E4-70E6756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B9DA6-52EE-48E0-8D14-8E42F57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3457-35FD-4668-8D77-6AC42EF3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97c67e4a14c4d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11D3E-01EA-40B9-8082-69EB9778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1223677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08B10-5A1C-4C65-BE53-F3B47C8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6DCF9-8BB1-43DC-93CB-4CB776D3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37906-CFC5-40B4-8E61-52330264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08C27-9C3D-436F-B3A3-92DCA0F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06E4B-9E93-44B9-ADFA-762C66C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C2145-65ED-4ED9-B84F-FD05F32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BD18A-D6BE-46F3-89C1-5CACF6E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D4EE1-79DF-4BEB-B674-F19E16B0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3804D-301C-455A-BF79-35E99992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E5815-CE04-401E-89C7-6F4F19D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EDA7D-AAD7-4993-A806-AA65410B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EA266-9CD4-432C-8F43-47C0DF46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1A17C-F9A6-4D95-A995-7296375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4AEA4-4944-41F6-8861-EDE5116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C5F82-E096-438D-A8C3-3ABFF326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007F7-7BAA-4112-9804-AE0E5EDE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3C5A-8F25-49FF-AE1C-B7F654A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D4590-83BF-4CD5-8A07-E1518C7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FE4AD-69AE-4F34-83E4-CF080D7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B023D-4994-4A4E-BB4D-FEE32F6B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603FB-9186-443E-9F09-D7D638B3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5E9E-1E86-47B0-8761-B4C6E3B6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F51B0-0F29-44C6-8229-8A23A2E7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A4F54-9E5D-4D63-9277-B561F51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D221B-73B6-4DF9-8BDB-9C3F2507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98371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BE80C-A6E7-4CDA-B0B3-C42AAF83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5B0C4-EBC6-400B-8129-B1E506DC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1C29E-1BD3-4F6F-855E-32E7114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35B9A-2F1B-481D-BA4C-C9A03177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D377B-65D3-4B13-B577-E59F8953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F8FE-3FEA-4DC4-9887-31ED1428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442E7-9C54-4E0F-AC8C-4DD18C42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5FB84-DA3C-46ED-AE5B-A74E54B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CB2FC-8933-4A26-9F0C-C1D1EC0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1FA29-C88C-48A9-A597-A1A01D3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ED073-5683-4E6C-86CF-AE7E0C39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A697D-A99F-4928-B750-0EA2344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D6FC6-A5E1-42B8-B3C6-21D0DBC9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7BB08-9280-4DD9-AD70-3DD54851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7D2C2-6CC1-44BB-8E9C-6621AE4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F2880-A506-4ADB-B85A-6A8E52EF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14C75-EAF9-41FC-AB1B-66258B58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5DCD0-0E98-48CB-96AE-540E79CB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640CC-CE3A-4A5A-BE79-006AB455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00138e48249fd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a281b3d30471c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1D0E2-26ED-4568-92B2-EBF054FC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3EB089-65B0-429D-B4E7-C779CEF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447290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04719-72FB-44D9-B0CC-48614675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8052A-FC59-46FC-9691-4F9FE7B3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3CA91-CD6F-4839-82D2-65FDC1E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75F03-871F-4996-AAEB-0999FB8B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12F49-A3DC-45D9-8A7B-44677804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8263cb0d14b44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BA7F-5021-4607-8D57-021924FE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23A83-4EED-4F2A-9852-981EFAAE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4546C-FA73-4FAD-98C0-EC37961D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BB7E0-AB7D-4B2B-A54A-370417E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B52F4-BE46-455F-AA4D-92763363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E3D76-69C1-4E0A-A7E2-2E038C8F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B476A-6F31-45D4-96B1-E751E05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EFB48-04FE-4EAD-A6FA-37629AED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9D89E-B1A1-446A-A4AF-C1AA1BE4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7E484-67E7-4209-991D-68B197D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D6DD5-B3C0-480B-BFE0-18794BC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2DDE3-BEBA-48A0-80F4-3576F247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A6261-B79D-4EEB-9473-9AF5BF9C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B3CBA-50A0-44A3-99B9-3EDC4755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0A91A-6672-43CE-9F2A-63D0571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F4B707-7C15-4EE6-8B06-E6331A0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7B80F-D870-45CD-8EA3-706C6110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577314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8564D5-1989-483E-87AA-A109EFD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14CEE-CF2B-4C06-BDC7-2978ED32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CF6BB-CD82-4DE0-8292-3E163E4D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분석 리포트까지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0C741-3BBA-4B53-A502-DAE6CF67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E3751-B133-46C8-8363-12A10FB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영상의 관절 좌표를 추출하고 움직임 피처를 계산해 에이전트 입력으로 전달합니다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5FC96-8500-49B1-A0AE-E94CFA15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A0DF6-AD34-4C8B-B625-E6B2A4E7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ed91fa91640ac"/>
          <a:srcRect xmlns:a="http://schemas.openxmlformats.org/drawingml/2006/main" l="20327" t="0" r="203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228850"/>
            <a:ext cx="2190750" cy="2076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CE1BF-D4F8-4F7B-A12C-2EF28E8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52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EFCF2-F214-4185-A8F1-E4BD7634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67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73DF1-5A24-4630-AC5D-6C19E26E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MP4 · 측면 러닝 영상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DD0D1-EE90-43C5-AC2E-16755F6C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CC757-9956-4344-81B9-CE121D8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1f0cf082b4e29"/>
          <a:srcRect xmlns:a="http://schemas.openxmlformats.org/drawingml/2006/main" l="20327" t="0" r="203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2228850"/>
            <a:ext cx="2190750" cy="20764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BB219-70F1-43F4-880C-06B6393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339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26개 관절 좌표 ·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DF8EF-C325-4385-945D-9B0E18F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6B887-C5DF-46C8-8B84-DD5C871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9E5CD-282E-45E0-AD88-838D7219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1047750" cy="20764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88807dc924c1c"/>
          <a:srcRect xmlns:a="http://schemas.openxmlformats.org/drawingml/2006/main" l="5740" t="0" r="57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2286000"/>
            <a:ext cx="933450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F42E3-AD0F-4387-A1E9-5F7A0445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1047750" cy="20764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3715a658f46f9"/>
          <a:srcRect xmlns:a="http://schemas.openxmlformats.org/drawingml/2006/main" l="5788" t="0" r="5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2286000"/>
            <a:ext cx="933450" cy="19621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050DE-EE92-4A41-8D04-400B31F5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89535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42D9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2E99A-AAFE-4AA1-A93B-A91096A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05275"/>
            <a:ext cx="742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관절 각도  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C8BC6-49EF-42CD-BA2B-83165BEA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89535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7D965-83C9-49C5-B3DD-0A0A522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05275"/>
            <a:ext cx="742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속도  Δp / Δt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42F1D-CDEE-424B-B690-B806DF38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간 좌표 변화 계산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9FC3D-FB8C-4E6B-8B38-8EE17001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819400" cy="31432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E5ECE-60AA-4167-A19A-71241D0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0B401-82B8-403B-AFD6-49FB4F73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78105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70FD5-E6E3-4F5A-BA06-DE04139A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384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6B39C-5E9C-4D87-9BC4-C88225A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90750"/>
            <a:ext cx="1581150" cy="23241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8cc3039c64934"/>
          <a:srcRect xmlns:a="http://schemas.openxmlformats.org/drawingml/2006/main" l="0" t="16098" r="0" b="16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5550" y="2247900"/>
            <a:ext cx="1466850" cy="2209800"/>
          </a:xfrm>
          <a:prstGeom xmlns:a="http://schemas.openxmlformats.org/drawingml/2006/main" prst="rect">
            <a:avLst/>
          </a:prstGeom>
        </p:spPr>
      </p:pic>
      <p:cxnSp>
        <p:nvCxnSpPr>
          <p:cNvPr id="82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906000" y="3228975"/>
            <a:ext cx="1524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4EF16F-2B91-48A7-BA4B-69601C3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통계 · 판정 · 코칭 리포트</a:t>
            </a:r>
          </a:p>
        </p:txBody>
      </p: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813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6388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1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496300" y="3228975"/>
            <a:ext cx="6286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6EC5C4-8843-46BF-9B96-1750A976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KEYPOINTS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D6A20-DABA-4494-9F47-E1E3FE02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FEATURES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2AC265-20FA-4AC5-B821-5813B033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VALUES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49BF25-5B64-46A0-BFAD-F05267B0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907667-95D9-429D-A088-79410AB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7B7FD-06B6-4EA6-952F-620D30C8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57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 ESTIMATION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5B94A9-0DA2-4694-BDCE-E7C67065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데이터 추출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1D774E-7533-44D9-AB6F-478D422A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ANGLE · VELOCITY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1B6086-C91A-4BED-93D9-8AA3D16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E09FE9-1311-4C3F-B29F-9D5FE7E8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819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9FCD9A-3732-4E21-B207-B1048CD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에이전트 분석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748DEA-0D6B-4169-995E-E2ED141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main.sh는 HPE, 피처 계산, 에이전트를 순차 실행합니다</a:t>
            </a:r>
          </a:p>
        </p:txBody>
      </p:sp>
    </p:spTree>
    <p:extLst>
      <p:ext uri="{BB962C8B-B14F-4D97-AF65-F5344CB8AC3E}">
        <p14:creationId xmlns:p14="http://schemas.microsoft.com/office/powerpoint/2010/main" val="411146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04CF4E-81B1-496A-A2A0-E787DDC1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45622-DDEB-470B-8DE5-03FB8DA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ED0E2-5E33-4AC4-B5D4-73E49394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분석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CA4CA-7830-4E9B-A774-D8D4607E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31250-276D-4BC6-BCF0-AA02DD9F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239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44A9A-CC6A-44CD-ACC9-50318341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241C8-7774-4E0F-BD24-973A8F71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57500"/>
            <a:ext cx="15049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8A5AD-014C-4B66-99D1-B4810175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337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단위로 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6532-BA29-4F5E-B092-3CBA90B1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133600" cy="22669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6E78E-ED04-4377-B6F8-E78650D9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17CB1-FD14-45E4-89EC-DF8D5B8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14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7E215-B5E1-475A-A5BD-B7F97741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E7CF7-9D33-4D0B-966D-3C6AFA40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촬영 규격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0FD7C-59E6-4821-99E3-2EB5BE1C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A143C-664B-4319-A1C1-EC51CE38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estimation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8DB97-8587-45A1-9C75-F7EFBA05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1714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FDA3C-C071-4482-B7BF-FF996BB8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5개 프레임 임시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A6F5E-537D-4F18-B80B-EC8E99B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F2768-5E22-420E-8D5C-8B2FE36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28194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C9E6C-A37B-4A40-A515-D0F8CD3C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Interpolation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9BC7C-DED6-43EE-8CD3-6CB9A8E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BD6CB-7617-4508-BE63-E4222E0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A0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E56C4-B6CD-4073-BAE7-4B159867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575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Frame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2A155-B9CF-4912-B4F4-72640505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1752600" cy="476250"/>
          </a:xfrm>
          <a:custGeom xmlns:a="http://schemas.openxmlformats.org/drawingml/2006/main">
            <a:pathLst>
              <a:path w="1752600" h="476250">
                <a:moveTo>
                  <a:pt x="0" y="323850"/>
                </a:moveTo>
                <a:lnTo>
                  <a:pt x="438150" y="171450"/>
                </a:lnTo>
                <a:lnTo>
                  <a:pt x="876300" y="76200"/>
                </a:lnTo>
                <a:lnTo>
                  <a:pt x="1314450" y="209550"/>
                </a:lnTo>
                <a:lnTo>
                  <a:pt x="1752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53351-D3A0-40F1-8CAE-221E685F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B23BF-F76F-466B-9BF8-55B9284C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9B780-E8E3-463E-B1B6-66674CBC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DC562-8840-4214-8670-8460C647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C57D9-8944-43D5-ABE1-CF03CFB0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FF3FE-569B-4C2B-8DB1-24FFFA8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2C9CF-B99D-4938-9217-4DAD100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FED461-9CAF-4CE2-B871-596FC24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24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42D9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81274-AE87-4F92-93BC-96D42DA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26CD95-4822-4AF0-8822-6F030315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ED94F9-4E90-4B24-8C7D-04FEC29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57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89176D-2045-4A7D-8691-601DE16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7EBA46-18DB-4C63-BA4C-EA76E027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AD8B3-AD2F-43F2-965B-4BF8541D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67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175C28-101F-487B-9AEE-3B4A0900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68DF98-F23F-4094-B40F-DA5CC555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86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F67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68C6B1-5960-4D31-A8EC-05A5BFC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623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675F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795BF-0D2B-47B2-B751-F8AE3DC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57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675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675F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64879E-8AB7-4607-9FE3-427EB2C9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1752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8DE09D-35A2-4119-B723-284292C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t-2 frame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비디오에 저장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D88394-DCCA-4C88-BBF9-8AE8996C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76850"/>
            <a:ext cx="22098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A92168-F5F7-4FDD-A786-3EDAE69D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 Estimation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데이터에서 피처 추출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867EC7-D291-4C20-804E-D297A97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57800"/>
            <a:ext cx="1447800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EADD44-F791-48E5-8B24-252EC20E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054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EC6588-CA66-4E23-8994-6F91464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14950"/>
            <a:ext cx="11811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926FF9-8DE7-4334-85AF-5EBCDBE6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5054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A069F4-8E6B-4D07-91A4-F9C09D03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96000"/>
            <a:ext cx="27051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1A0096-E90C-4680-A8C3-F122537A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91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prompts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EA335B-3605-4EDA-AF26-0DDD067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81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당신은 러닝 자세 분석 리포트를 작성하는 AI 입니다.   {INSTRUCTION}   {features}</a:t>
            </a:r>
          </a:p>
        </p:txBody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24000" y="3267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448050" y="2695575"/>
            <a:ext cx="10096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524500" y="23050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524500" y="30099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9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591300" y="2400300"/>
            <a:ext cx="59055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16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896350" y="2400300"/>
            <a:ext cx="14859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19" idx="2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7829550" y="4267200"/>
            <a:ext cx="25527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43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695575" y="3676650"/>
            <a:ext cx="3381375" cy="10668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953250" y="5067300"/>
            <a:ext cx="381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8096250" y="5600700"/>
            <a:ext cx="6286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0172700" y="56007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51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9448800" y="59436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FFC6F9-42EA-4708-9370-DEEB0437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t+3 frame load</a:t>
            </a:r>
          </a:p>
        </p:txBody>
      </p:sp>
    </p:spTree>
    <p:extLst>
      <p:ext uri="{BB962C8B-B14F-4D97-AF65-F5344CB8AC3E}">
        <p14:creationId xmlns:p14="http://schemas.microsoft.com/office/powerpoint/2010/main" val="722968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741D1-45F0-4B72-B373-179827B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B442C-20D5-4062-A1A6-04AE364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5E203-F10F-4A11-9125-92DF3D9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3D8DB-F58C-45E7-85DA-7219DD5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AEED3-19F5-4638-839D-B40A549A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pose_predictions.json, details.json, user_info.json을 PoseSequence로 묶어 네 가지 피처를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62FAD-B8A7-4021-9BD9-51A79C0E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4a339d92f4081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2A0B9-DC3E-4E4F-A4B0-3E349216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76F96-EF11-4B88-8109-4294CBFE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18938-2A54-4271-96E6-12B63A9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724D6-B9B5-494C-BCF2-E20CD9B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dcfc985bc47a9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FF4FB-4C39-49C6-BC97-2D0DA75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803E-56B2-40A2-978B-AFD7289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DDC27-FAF4-4A2E-9AB1-6B78267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DA298-FC01-4CC8-9354-0F4A5B4F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c5af6fa1e474f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5A9A4-1D9B-4B21-86EB-423F6B44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A2820-FE08-40E9-AB0F-488691F2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46FBC-549B-4CC0-A6AD-43A06A76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0CCA7-7C5C-40F3-A08B-F7CF475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ab636360844bb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EA11F-B8A8-48A9-84F3-9BB4005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ED4DA-A771-4342-94FE-0415CCBA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A38D4-9FA4-4D60-A5D0-7A8D027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A3375-54B7-4FB0-999B-7C791999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42E60-3B86-42CA-B7D1-EEEB2C94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982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cal_stride, pixel2m, gct 이후 feature1~4 실행 · feature_results.json 저장</a:t>
            </a:r>
          </a:p>
        </p:txBody>
      </p:sp>
    </p:spTree>
    <p:extLst>
      <p:ext uri="{BB962C8B-B14F-4D97-AF65-F5344CB8AC3E}">
        <p14:creationId xmlns:p14="http://schemas.microsoft.com/office/powerpoint/2010/main" val="1583099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1671D-0589-4707-A12C-0346E18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93686-2823-4E3A-8E7B-221C9257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CDA51-C60C-4286-9BD4-E6C0FF96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BA700-359D-481B-8034-7F9FAEA3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6D6B0-751E-4F93-9685-30689277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51DF8-C81E-4A15-B5AB-F8AD5BD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94A97-FB03-4AE3-87AE-9FB9A9D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2A6E0-E2F4-4DC1-A54D-3CA58CC7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0F0E0-E8F1-4818-96C6-E9FD73F9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A176A-FCC3-492B-87D3-D090DF14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DF0BA-BEB0-4E0D-B112-10C57E22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B70AD-ED53-4626-B244-88830C21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00238-EB06-4960-89CB-E2A8329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C6952-59A8-4CC4-9F28-53333EA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50720-5B2E-4B9F-9B27-13A877C7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BE25F-5ED8-4DBF-A9E4-CE846B03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68A7A-C983-4D34-B4E9-83F889C3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F13A-D51C-4611-9A87-8290F3A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1FC05-5CB7-48A6-B8F3-016E5E44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2C463-EF1C-4805-AAF3-1A960B0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FF8CD-147F-46CE-8C85-0DA3B981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055F3-CE2F-47A7-961F-57F562A4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F42F9-D7E5-4F48-B3FC-2245BDC0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600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42083-17D9-4500-BFFF-5802C2C1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09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PERSONA + INSTRUCTION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B5D075-7A08-4998-A644-6725F98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F84CD-F2FD-4BE3-BE37-4A2857E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EC6ED-DD9E-4B21-A954-84E85FD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15400" y="38671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172EC2-37FA-4B04-9FA5-4B25D1D6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6C7D67-F4AD-4C9C-A1FE-CD1A33CF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1347676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8E65970-A91B-4F58-BC86-9ED8264A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DE70C-1731-4657-8F23-51F4521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9D348-CDCE-47BE-AEBF-ED5FCC29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 피드 영상 분석 서비스 기술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A0DCB-DBAC-466C-8293-777B58CF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8FF42-D1CC-461D-ADF1-33BE693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1811000" cy="4038600"/>
          </a:xfrm>
          <a:prstGeom xmlns:a="http://schemas.openxmlformats.org/drawingml/2006/main" prst="roundRect">
            <a:avLst>
              <a:gd name="adj" fmla="val 188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C3E3C-1AB2-4243-81F3-C787C65F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1466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 피드 서비스 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17689-20BB-46D3-AD2C-F250121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0"/>
            <a:ext cx="1428750" cy="36385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CF37B-5B0A-4F2C-8E87-6914464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사용자 / 외부 네트워크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6FCAF-32E7-4510-9CFA-271B3543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7981950" cy="3638550"/>
          </a:xfrm>
          <a:prstGeom xmlns:a="http://schemas.openxmlformats.org/drawingml/2006/main" prst="roundRect">
            <a:avLst>
              <a:gd name="adj" fmla="val 20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FD252-8832-4AF2-BAA1-1B0242C0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7639050" cy="1562100"/>
          </a:xfrm>
          <a:prstGeom xmlns:a="http://schemas.openxmlformats.org/drawingml/2006/main" prst="roundRect">
            <a:avLst>
              <a:gd name="adj" fmla="val 48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1147F-5379-4FAF-B657-0F0D536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145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4CA79-1612-491C-BD74-80BABF9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46863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08D45-8350-404D-A2EE-58CC7E07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비동기 추론 파이프라인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C4112-9ECB-44FB-9156-FCF10E5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96215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785E0-4B5C-4CC9-BFEB-C6E42FF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866900" cy="3638550"/>
          </a:xfrm>
          <a:prstGeom xmlns:a="http://schemas.openxmlformats.org/drawingml/2006/main" prst="roundRect">
            <a:avLst>
              <a:gd name="adj" fmla="val 40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D67FE-94E6-4C3F-BE60-8C1EFF8A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 · 결과 저장소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42BEF-0A92-49EB-9DD5-F075F83E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8953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63753-7356-40F9-AE80-59F2845C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MP4 선택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+ 분석 이름 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A5B6E-6C02-4FED-ADE5-13DD1879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9715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F3B2C-1DC2-4633-961A-518FB8D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0FD2F-EF39-42F9-B6D1-88A4208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1295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AB4DE-2464-4955-AF98-44F4940B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57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E4572-6176-40B2-BCC7-081DA188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440EB-AF73-4717-A0FA-C792CA12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BA2CD-9400-496D-8269-C1ACEC2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6FCAD-8CDA-4118-825D-3BEBFD0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A92FE-C9A6-498D-A465-1D77B5BD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390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0AC1EB-2080-42B4-BE87-E51FD05B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EFA8C-0AD8-43FC-9D6A-531C11A4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51189-98D2-44F8-BE48-7B077D77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38600"/>
            <a:ext cx="990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5583D3-562D-4BC7-BA75-5B1B3F1F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767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D4C2F5-CAB0-4AF3-BCE9-2FDAE29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914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021BC-96A2-4134-883E-C0A4142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767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683BD-26B5-4268-A4B1-3DEAA3BE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38600"/>
            <a:ext cx="914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0BAB22-F2A9-489E-8AF6-3E11E3F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767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15DF91-66AE-474C-86C0-2C068088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762000" cy="10096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A4AE1-7870-4B72-AED2-C275AB7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Inference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2ABEE3-E4DC-4F5B-A9C5-E1368D8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08C29E-4E21-445B-901F-571F51F7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80B51A-CA10-4010-9DF0-B481B8F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15-1. OpenCV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854287-C6AD-40E3-9A1A-4C8A046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5287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98BE13-67CB-4CCE-8F12-473E13B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9097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15-2. RTMPose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22D945-1CD6-4239-9E2D-68F9D137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A815FE-F881-4E04-B863-A35C5477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15-3. Metrics &amp;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C0190B-8F1E-4522-88DB-B1A2159E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0CFDB5-0D62-43BB-A898-4AA75E83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2912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15-4. Ollama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B07F78-AC52-46E0-9A37-E939782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1010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53370C-5F01-42E9-BCF5-3E6575FE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15-5. Joint Overlay Renderer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594FEB-DC84-4DA2-9075-94FC8D3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2917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1613B2-2873-4F6E-86EA-599EDEA2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6727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15-6. Result Packager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727BD0-B18E-4AE4-A838-CC83F87A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57400"/>
            <a:ext cx="1485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414C0B-7967-4988-9873-92CCF5FC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57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0C4B28-78F8-4D01-B5EE-EEDB1C4C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81275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OCI Object Storage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4F9226-BDCA-4735-B76D-4D4C6BF3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485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A89768-81D8-490E-97AA-E1A54F0B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FFF83B-CF1E-4272-9CCB-4AE5738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67250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OCI Object Storage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E776BC-2813-46A5-BEDC-E9C77E3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AFBEDC-F192-4A2D-8748-0C511743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72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81075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5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1466850" y="2419350"/>
            <a:ext cx="80010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62350" y="24193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7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391150" y="24193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8" name=""/>
          <p:cNvCxnSpPr>
            <a:stCxn xmlns:a="http://schemas.openxmlformats.org/drawingml/2006/main" id="27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562850" y="2419350"/>
            <a:ext cx="26289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9" name=""/>
          <p:cNvCxnSpPr>
            <a:stCxn xmlns:a="http://schemas.openxmlformats.org/drawingml/2006/main" id="21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2914650" y="2419350"/>
            <a:ext cx="3257550" cy="3429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90" name=""/>
          <p:cNvCxnSpPr>
            <a:stCxn xmlns:a="http://schemas.openxmlformats.org/drawingml/2006/main" id="21" idx="2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2914650" y="2762250"/>
            <a:ext cx="3952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1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3505200" y="2762250"/>
            <a:ext cx="336232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2" name=""/>
          <p:cNvCxnSpPr>
            <a:stCxn xmlns:a="http://schemas.openxmlformats.org/drawingml/2006/main" id="27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5905500" y="2762250"/>
            <a:ext cx="96202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3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005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4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1816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5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3627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6" name=""/>
          <p:cNvCxnSpPr>
            <a:stCxn xmlns:a="http://schemas.openxmlformats.org/drawingml/2006/main" id="27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867525" y="2762250"/>
            <a:ext cx="142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7" name=""/>
          <p:cNvCxnSpPr>
            <a:stCxn xmlns:a="http://schemas.openxmlformats.org/drawingml/2006/main" id="51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010400" y="2933700"/>
            <a:ext cx="39243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98" name=""/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7391400" y="3824288"/>
            <a:ext cx="342900" cy="566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9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601075" y="39147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0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8601075" y="413385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1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601075" y="435292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cxnSp>
        <p:nvCxnSpPr>
          <p:cNvPr id="202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8601075" y="457200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3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8601075" y="47910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4" name=""/>
          <p:cNvCxnSpPr>
            <a:stCxn xmlns:a="http://schemas.openxmlformats.org/drawingml/2006/main" id="4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467850" y="4581525"/>
            <a:ext cx="723900" cy="338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205" name=""/>
          <p:cNvCxnSpPr>
            <a:stCxn xmlns:a="http://schemas.openxmlformats.org/drawingml/2006/main" id="36" idx="2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H="1" flipV="1">
            <a:off x="3505200" y="4743450"/>
            <a:ext cx="3505200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6" name=""/>
          <p:cNvCxnSpPr>
            <a:stCxn xmlns:a="http://schemas.openxmlformats.org/drawingml/2006/main" id="27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7562850" y="2419350"/>
            <a:ext cx="21717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</a:ln>
        </p:spPr>
      </p:cxnSp>
      <p:cxnSp>
        <p:nvCxnSpPr>
          <p:cNvPr id="2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9744075" y="30480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58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9753600" y="45815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9" name=""/>
          <p:cNvCxnSpPr>
            <a:stCxn xmlns:a="http://schemas.openxmlformats.org/drawingml/2006/main" id="19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81075" y="2419350"/>
            <a:ext cx="5191125" cy="11620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10" name=""/>
          <p:cNvCxnSpPr>
            <a:stCxn xmlns:a="http://schemas.openxmlformats.org/drawingml/2006/main" id="2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1466850" y="2762250"/>
            <a:ext cx="5400675" cy="523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5F3432-04ED-4120-93D3-8833A56F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/api/uploads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3F724C9-9F5B-4701-9167-0EBD082E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544A2B-8548-4FBA-8B9F-8AF5BBC0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5. 임시 업로드 URL 생성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3E2273D-1C17-457E-A6FE-E6C05DB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971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6. PUT video/mp4 (직접 업로드)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8D157F5-700B-42CE-B98A-DC0DCE07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2114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7. POST /uploads/complete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C690FC-D7C5-4DC4-8F8A-5A9B8F0E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1771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8. HEAD / size / type 검증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11D097-5ACB-4237-A6BE-2D330401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1466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9. POST /jobs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56B8AA-0119-4074-8E4A-EE38912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10. Job INSERT · QUEUED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618F5F-2FC4-425B-BCC9-E318F22C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1257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11. 추론 작업 발행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0D0A6B-EB53-4C3B-890F-FF9E3E6E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12. 작업 전달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57E928-F64D-466C-B433-5E3620C7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76800"/>
            <a:ext cx="1200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13. PROCESSING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277F41-8496-4C9E-9346-D701AF3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1390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14. input.mp4 다운로드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E54E67B-EFB6-450C-A56E-8BAA04E1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95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16. JSON ×3 + MP4 업로드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AF7C633-311E-4B36-A05A-E31BAAEB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673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17. SUCCESS + object names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607F45-329A-47DA-A376-B5ABB53D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0"/>
            <a:ext cx="876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EB8BB0C-B038-4322-A60B-E979668E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57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2.5초 폴링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최대 1시간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4A0008F-857D-4EBD-9878-FFA1D93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18. GET /jobs/{job_id} 폴링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2B853FE-15D8-4C0D-8034-FF0C6EED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19. 임시 결과 URL 제공 + 리포트 읽기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75DC52-E40F-4DAD-86F2-2847A7C7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20. 결과 영상 + 측정·근거·AI 해설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F54D598-1A01-485A-89BA-CD88F9C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468630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947A8A8-84E5-454F-BA36-FA8C0515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864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관찰 가능성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A49FF8D-8B8C-4F7B-A61B-0F746813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648779C-0003-4163-BD26-619AFC66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9CB6C45-CAF8-4053-A0A9-78834533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E84489-B53A-4373-BB41-BDB7BAB7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3C7A7A2-3FF8-4553-8CF1-BAFC1BCB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7CC8EC5-3378-484F-A4A5-C3D6FF4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944B1E6-0FFC-4DF9-A1DD-6899716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D069D5C-AA77-4200-9973-8B1F39A4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F33D361-0D62-4D20-97DD-D14DACBD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A1A7ECD-460A-4BA1-A0D4-1D130974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알림 (실패)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8B7D20F-6344-4352-92CE-C07ABBBD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769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4C84B"/>
            </a:solidFill>
            <a:prstDash val="dash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03BCC04-0A63-45A3-BB64-5F273003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26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79B8DF-615D-4901-9EE1-467D67C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9245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내러티브 생성 (선택)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24136B-0841-438B-85C2-A01AE77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912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46D7241-59B5-4FA7-A6C7-DD9F5E89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245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/ 제어 흐름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935A01B-6523-4860-83EB-5375053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5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D9D0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483191-8D68-4A5E-A628-400734B6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91225"/>
            <a:ext cx="1028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영상 / 결과 데이터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1EB799F-AA8F-4CD1-BEA6-7344345E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246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84B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8FF20E7-580D-45AD-A3D9-20682B19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2579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</a:t>
            </a:r>
          </a:p>
        </p:txBody>
      </p:sp>
    </p:spTree>
    <p:extLst>
      <p:ext uri="{BB962C8B-B14F-4D97-AF65-F5344CB8AC3E}">
        <p14:creationId xmlns:p14="http://schemas.microsoft.com/office/powerpoint/2010/main" val="1024639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E0A1E5-6E91-4EF4-BAA8-17100C05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F35B7-06D8-49B0-9E73-26A4B988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8B092-0123-43FE-AFD4-7361FF28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98FBC-2E67-4B8B-A675-268F0303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BDE5C-FA31-4408-B9FA-6D1C6B2B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0A978-F583-4383-BA09-98E20E0D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B1995-8726-462E-BA82-33613C38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54DA1-65F2-48B4-9DDB-2ED181C2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5EA75-9F2F-4236-880F-4C57638A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83E31-05AE-4AEF-A689-2E7E6C9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41567-8E20-430E-880D-8A45B161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5C60D-E982-4F79-A0CF-A6A2AC72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2B95B-0FFF-4741-9A44-A37F616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ED525-6FE0-42BC-935C-AD5D293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B8CA5-ABE2-4BD9-AB20-1456A2D3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EEF0D-AE02-48A7-9528-62B0D022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4D396-EA9B-46CC-A9FD-7ED37992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F1C90-90EA-420D-B8A2-CCED0F1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093FC-525A-4347-BD09-CC9AF3A8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ACD4D-D222-4A9F-B167-E69D494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43FA2-1742-4618-AEB6-75E3A923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38410-C304-493A-B9BD-AD469C6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E1F14-7051-4DD6-84CA-E041F57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A877B-535F-48A9-B821-51CC1896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4F2CD3-074A-4C98-92EB-F2592F18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245A2-E382-49E1-A10B-7E32C927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AF120F-6507-4091-9539-BDB9BF5B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C2BA2B-C3A9-4400-948C-D2DBA374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CAAD7-FA6E-4476-9806-E4C85A87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C735F1-FEC0-4DE2-81D0-7D3111B8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cxnSp>
        <p:nvCxnSpPr>
          <p:cNvPr id="86" name=""/>
          <p:cNvCxnSpPr>
            <a:stCxn xmlns:a="http://schemas.openxmlformats.org/drawingml/2006/main" id="1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00700" y="3314700"/>
            <a:ext cx="6286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30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372350" y="3314700"/>
            <a:ext cx="381000" cy="590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3D3054-79FE-46B4-8CFF-31B96FA5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46526F-DC19-40A5-A936-4DB5015C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B63C41-D95E-42C6-88DE-B0936FAD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C33BD2-35AF-42C0-BD30-61D860F9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1A4F0D-2B27-40B7-A9DC-DBF60395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F8F081-9811-41C9-8044-23216322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15EE8E-0C01-4F54-8BD1-B869BBB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6AF7CF-65B1-4A4B-92E8-1DE8586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AF9892-CB34-47AB-8BDA-9E135047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7BCB69-EC29-41FA-8394-7306A4A4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0195B2-05ED-4E21-99FB-099FE9D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EBDAB0-7846-4CF9-BCFC-DC45373A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69F731-0EB0-4B3A-8963-F288B87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508356-3F93-4412-9EB6-3905822B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2E1F37-3691-4FD1-92F8-306D92E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F7BEE3-969A-4CD4-97F4-17C499E2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0CA91F-DA58-4E92-8598-D1BF7EDE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818272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318A5-ED52-4C70-AB20-732E209F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0947D-9BCD-4347-A836-BCB8D493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E93DD-270D-45D4-A62C-7B21FDE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96B31-0A72-4F2D-9304-622FFBE6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D1916-E8B0-46D1-83EB-A3F54BC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FDD84-E3D0-4A4F-861D-B3CD7F3E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B614-222B-4A7E-9ED6-3986F296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7EC60-4683-4550-8E85-BC73AC53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B05FA-D889-403A-9B70-8D174E99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7F1B3-2E4A-4946-8F1D-D7E98623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3676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2026-09-09T01:16:57.6480000Z</dcterms:created>
  <dcterms:modified xsi:type="dcterms:W3CDTF">2026-09-09T01:16:57.6480000Z</dcterms:modified>
</coreProperties>
</file>