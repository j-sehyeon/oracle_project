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10f944c28431b" /><Relationship Type="http://schemas.openxmlformats.org/officeDocument/2006/relationships/extended-properties" Target="/docProps/app.xml" Id="R0ae50c421a0a4dfe" /><Relationship Type="http://schemas.openxmlformats.org/officeDocument/2006/relationships/officeDocument" Target="/ppt/presentation.xml" Id="R4effb135ea3243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162bef9e1d4e03"/>
  </p:sldMasterIdLst>
  <p:notesMasterIdLst>
    <p:notesMasterId xmlns:r="http://schemas.openxmlformats.org/officeDocument/2006/relationships" r:id="Raa7d91505540414d"/>
  </p:notesMasterIdLst>
  <p:sldIdLst>
    <p:sldId xmlns:r="http://schemas.openxmlformats.org/officeDocument/2006/relationships" id="256" r:id="Rb61ed0d50eae4dc8"/>
    <p:sldId xmlns:r="http://schemas.openxmlformats.org/officeDocument/2006/relationships" id="257" r:id="Ra4a8597e1941468c"/>
    <p:sldId xmlns:r="http://schemas.openxmlformats.org/officeDocument/2006/relationships" id="258" r:id="Re0775046a8f24d13"/>
    <p:sldId xmlns:r="http://schemas.openxmlformats.org/officeDocument/2006/relationships" id="259" r:id="Re3cdd404b4ab4f26"/>
    <p:sldId xmlns:r="http://schemas.openxmlformats.org/officeDocument/2006/relationships" id="260" r:id="R57dd624c21ab4955"/>
    <p:sldId xmlns:r="http://schemas.openxmlformats.org/officeDocument/2006/relationships" id="261" r:id="R32055e65dbed4365"/>
    <p:sldId xmlns:r="http://schemas.openxmlformats.org/officeDocument/2006/relationships" id="262" r:id="R794c27ab13c04618"/>
    <p:sldId xmlns:r="http://schemas.openxmlformats.org/officeDocument/2006/relationships" id="263" r:id="Rd3f852a4580d4065"/>
    <p:sldId xmlns:r="http://schemas.openxmlformats.org/officeDocument/2006/relationships" id="264" r:id="R64bbf023c2af4962"/>
    <p:sldId xmlns:r="http://schemas.openxmlformats.org/officeDocument/2006/relationships" id="265" r:id="R9738da2822b24630"/>
    <p:sldId xmlns:r="http://schemas.openxmlformats.org/officeDocument/2006/relationships" id="266" r:id="R77659f2df40e424b"/>
    <p:sldId xmlns:r="http://schemas.openxmlformats.org/officeDocument/2006/relationships" id="267" r:id="R1c89b742983e47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b4bd63f914fe8" /><Relationship Type="http://schemas.openxmlformats.org/officeDocument/2006/relationships/slideMaster" Target="/ppt/slideMasters/slideMaster1.xml" Id="Rc2162bef9e1d4e03" /><Relationship Type="http://schemas.openxmlformats.org/officeDocument/2006/relationships/notesMaster" Target="/ppt/notesMasters/notesMaster1.xml" Id="Raa7d91505540414d" /><Relationship Type="http://schemas.openxmlformats.org/officeDocument/2006/relationships/presProps" Target="/ppt/presProps.xml" Id="Rb7c684d3e22647bf" /><Relationship Type="http://schemas.openxmlformats.org/officeDocument/2006/relationships/tableStyles" Target="/ppt/tableStyles.xml" Id="R986ba69a521d4783" /><Relationship Type="http://schemas.openxmlformats.org/officeDocument/2006/relationships/slide" Target="/ppt/slides/slide1.xml" Id="Rb61ed0d50eae4dc8" /><Relationship Type="http://schemas.openxmlformats.org/officeDocument/2006/relationships/slide" Target="/ppt/slides/slide2.xml" Id="Ra4a8597e1941468c" /><Relationship Type="http://schemas.openxmlformats.org/officeDocument/2006/relationships/slide" Target="/ppt/slides/slide3.xml" Id="Re0775046a8f24d13" /><Relationship Type="http://schemas.openxmlformats.org/officeDocument/2006/relationships/slide" Target="/ppt/slides/slide4.xml" Id="Re3cdd404b4ab4f26" /><Relationship Type="http://schemas.openxmlformats.org/officeDocument/2006/relationships/slide" Target="/ppt/slides/slide5.xml" Id="R57dd624c21ab4955" /><Relationship Type="http://schemas.openxmlformats.org/officeDocument/2006/relationships/slide" Target="/ppt/slides/slide6.xml" Id="R32055e65dbed4365" /><Relationship Type="http://schemas.openxmlformats.org/officeDocument/2006/relationships/slide" Target="/ppt/slides/slide7.xml" Id="R794c27ab13c04618" /><Relationship Type="http://schemas.openxmlformats.org/officeDocument/2006/relationships/slide" Target="/ppt/slides/slide8.xml" Id="Rd3f852a4580d4065" /><Relationship Type="http://schemas.openxmlformats.org/officeDocument/2006/relationships/slide" Target="/ppt/slides/slide9.xml" Id="R64bbf023c2af4962" /><Relationship Type="http://schemas.openxmlformats.org/officeDocument/2006/relationships/slide" Target="/ppt/slides/slide10.xml" Id="R9738da2822b24630" /><Relationship Type="http://schemas.openxmlformats.org/officeDocument/2006/relationships/slide" Target="/ppt/slides/slide11.xml" Id="R77659f2df40e424b" /><Relationship Type="http://schemas.openxmlformats.org/officeDocument/2006/relationships/slide" Target="/ppt/slides/slide12.xml" Id="R1c89b742983e47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8c5adf3d5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34bc627d74270" /><Relationship Type="http://schemas.openxmlformats.org/officeDocument/2006/relationships/notesMaster" Target="/ppt/notesMasters/notesMaster1.xml" Id="R549e406ffc3e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e70e67af894cbe" /><Relationship Type="http://schemas.openxmlformats.org/officeDocument/2006/relationships/notesMaster" Target="/ppt/notesMasters/notesMaster1.xml" Id="R10d6647821a549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0cfdba6ac348c7" /><Relationship Type="http://schemas.openxmlformats.org/officeDocument/2006/relationships/notesMaster" Target="/ppt/notesMasters/notesMaster1.xml" Id="Rd44e3f44ba36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f5c2c5b9046ea" /><Relationship Type="http://schemas.openxmlformats.org/officeDocument/2006/relationships/notesMaster" Target="/ppt/notesMasters/notesMaster1.xml" Id="Rb4be7f4e4df44b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21c9f8a6e043b3" /><Relationship Type="http://schemas.openxmlformats.org/officeDocument/2006/relationships/notesMaster" Target="/ppt/notesMasters/notesMaster1.xml" Id="Rc76298c2f530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4919929f71434d" /><Relationship Type="http://schemas.openxmlformats.org/officeDocument/2006/relationships/notesMaster" Target="/ppt/notesMasters/notesMaster1.xml" Id="R13681e5eaaff41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fb7b28c7544e86" /><Relationship Type="http://schemas.openxmlformats.org/officeDocument/2006/relationships/notesMaster" Target="/ppt/notesMasters/notesMaster1.xml" Id="R10c30326c6954b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0b5a3388604a28" /><Relationship Type="http://schemas.openxmlformats.org/officeDocument/2006/relationships/notesMaster" Target="/ppt/notesMasters/notesMaster1.xml" Id="R92a0a753b6934e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382459de44191" /><Relationship Type="http://schemas.openxmlformats.org/officeDocument/2006/relationships/notesMaster" Target="/ppt/notesMasters/notesMaster1.xml" Id="R0e50ac160b8141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6b2ddb9be94721" /><Relationship Type="http://schemas.openxmlformats.org/officeDocument/2006/relationships/notesMaster" Target="/ppt/notesMasters/notesMaster1.xml" Id="R37c953fe5a8643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665a7551864c89" /><Relationship Type="http://schemas.openxmlformats.org/officeDocument/2006/relationships/notesMaster" Target="/ppt/notesMasters/notesMaster1.xml" Id="Raca0189aacc14c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15c004365443eb" /><Relationship Type="http://schemas.openxmlformats.org/officeDocument/2006/relationships/notesMaster" Target="/ppt/notesMasters/notesMaster1.xml" Id="Re7ae00bf4297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Coach/scripts/hpe/hpe.sh, Coach/scripts/features/features.sh, Coach/scripts/Agent/agent.sh. main.sh는 hpe.sh, features.sh, agent.sh를 동기적으로 순차 실행한다. --agent false이면 마지막 단계를 생략한다.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Coach/scripts/hpe/utils.py. 각 프레임은 RTMDet 후 bbox가 화면 경계 안에 있을 때 RTMPose와 build_frame_record를 거친다. 실패 또는 화면 밖이면 frame_info=None으로 deque에 들어간다. deque가 5개가 되면 가운데 t를 보간하고 가장 오래된 t-2를 pop해 렌더링한다. 종료 시 남은 deque를 flush하고 세 산출물을 저장한다.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사용자/브라우저를 왼쪽, 웹·API와 비동기 추론을 중앙, Raw/Results Bucket을 오른쪽에 두고 원본의 요청, 직접 업로드, 큐, Worker 상태, 결과 저장과 조회 화살표 방향을 유지했다.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8f14b8d9342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d982d79ead459f" /><Relationship Type="http://schemas.openxmlformats.org/officeDocument/2006/relationships/slideLayout" Target="/ppt/slideLayouts/slideLayout1.xml" Id="Rd4d3239206c0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3239206c0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89d33a1474e6b" /><Relationship Type="http://schemas.openxmlformats.org/officeDocument/2006/relationships/image" Target="/ppt/media/image.png" Id="R1844c62dbef94328" /><Relationship Type="http://schemas.openxmlformats.org/officeDocument/2006/relationships/notesSlide" Target="/ppt/notesSlides/notesSlide1.xml" Id="R69002aea43e4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8daf75f04a23" /><Relationship Type="http://schemas.openxmlformats.org/officeDocument/2006/relationships/notesSlide" Target="/ppt/notesSlides/notesSlide2.xml" Id="R3977c23d6a89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6f4dffe8142af" /><Relationship Type="http://schemas.openxmlformats.org/officeDocument/2006/relationships/image" Target="/ppt/media/image2.png" Id="Rd6b8f905262a4a89" /><Relationship Type="http://schemas.openxmlformats.org/officeDocument/2006/relationships/image" Target="/ppt/media/image3.png" Id="R07af31b767344824" /><Relationship Type="http://schemas.openxmlformats.org/officeDocument/2006/relationships/notesSlide" Target="/ppt/notesSlides/notesSlide3.xml" Id="Rfde0e95a3003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0a052fd149ac" /><Relationship Type="http://schemas.openxmlformats.org/officeDocument/2006/relationships/image" Target="/ppt/media/image4.png" Id="Ra57450da626f4e9b" /><Relationship Type="http://schemas.openxmlformats.org/officeDocument/2006/relationships/notesSlide" Target="/ppt/notesSlides/notesSlide4.xml" Id="Rc3354b43b0934e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08e7218be418b" /><Relationship Type="http://schemas.openxmlformats.org/officeDocument/2006/relationships/notesSlide" Target="/ppt/notesSlides/notesSlide5.xml" Id="R2edee49da3af49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ec1f8af644e07" /><Relationship Type="http://schemas.openxmlformats.org/officeDocument/2006/relationships/image" Target="/ppt/media/image5.png" Id="Rac1b84ac78a74176" /><Relationship Type="http://schemas.openxmlformats.org/officeDocument/2006/relationships/notesSlide" Target="/ppt/notesSlides/notesSlide6.xml" Id="R514de11d67104d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7580643e943f7" /><Relationship Type="http://schemas.openxmlformats.org/officeDocument/2006/relationships/notesSlide" Target="/ppt/notesSlides/notesSlide7.xml" Id="Re88590bbdcff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941c5be1d41b5" /><Relationship Type="http://schemas.openxmlformats.org/officeDocument/2006/relationships/image" Target="/ppt/media/image6.png" Id="Rad87769c570e4238" /><Relationship Type="http://schemas.openxmlformats.org/officeDocument/2006/relationships/image" Target="/ppt/media/image7.png" Id="Rffac369fd6d14206" /><Relationship Type="http://schemas.openxmlformats.org/officeDocument/2006/relationships/image" Target="/ppt/media/image8.png" Id="R4e16d7f1e3514fe4" /><Relationship Type="http://schemas.openxmlformats.org/officeDocument/2006/relationships/image" Target="/ppt/media/image9.png" Id="R34dceba8b41343d6" /><Relationship Type="http://schemas.openxmlformats.org/officeDocument/2006/relationships/notesSlide" Target="/ppt/notesSlides/notesSlide8.xml" Id="R9019f605424c4e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c97c573e34e59" /><Relationship Type="http://schemas.openxmlformats.org/officeDocument/2006/relationships/notesSlide" Target="/ppt/notesSlides/notesSlide9.xml" Id="R6b1a20698a5e4f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f6b26907f4d29" /><Relationship Type="http://schemas.openxmlformats.org/officeDocument/2006/relationships/notesSlide" Target="/ppt/notesSlides/notesSlide10.xml" Id="R4efa3e5abb4d4a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b7e5f6038411a" /><Relationship Type="http://schemas.openxmlformats.org/officeDocument/2006/relationships/notesSlide" Target="/ppt/notesSlides/notesSlide11.xml" Id="Rea4865a34c5c4b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cb34dcc9a492e" /><Relationship Type="http://schemas.openxmlformats.org/officeDocument/2006/relationships/notesSlide" Target="/ppt/notesSlides/notesSlide12.xml" Id="R82659eb8aca848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B4203-8323-4C81-9BB9-09461AE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DF428-DD21-4498-9885-A2C199E6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D0731-8058-405E-93FB-5DC5852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7871-1392-4B9A-A75D-02AF393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340CF-141B-4A94-A869-9988ADC1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43641-3F70-47B1-8412-BE01175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66702-CFA1-4B46-9B6E-819D125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9C126-4BE8-4546-8BC9-49E8BF6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4c62dbef94328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52808-75D5-42C2-BE4C-4EC2E98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1822732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54BFA-68D7-4791-B3E8-7D9185F9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95A1B-025D-46A6-AD44-0C0C5847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F82DF-453F-4F8C-925E-CEA75269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C468E-E745-41B1-82F2-64364675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3B9DD-8422-4BFA-BFDD-3969CB6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41815-3959-4732-9890-1B993D56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867E5-5EE6-4A48-9D98-F6413316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00CC7-0161-48A2-B429-B367175E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C3927-8CFE-457B-AC6E-ED0B94C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742C7-F71D-4DF2-A4ED-DF8E079D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801D0-9E5C-4917-80D4-066E60E5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44A9A-681B-4AA5-8E8B-2301598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E5CEC-49A4-47DF-B597-455F49D0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0BEA9-E805-4B01-93B2-0C7FB0CE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38BCC-100A-49B1-9550-3A3E1E0D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72957-2DAA-4EF6-AEBC-2186598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9E563-DAE7-4636-A053-2EDE863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31027-DDF0-477A-AA63-FDE8D037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A79F8-B488-410E-B932-854EAFAE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22080-93E8-4A2D-BD18-CFF8E83B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B2B6A-89D5-47DE-A84D-890CEB35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08633-8B4E-48EB-878B-D8EDC161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12EE4-EC17-4711-B7AB-0C7C7BA3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F625B-C4E6-4FAB-91D3-730C0907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0C162-4308-41A5-A948-2F2001DC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1912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59593-4519-4C24-89CB-024DE2E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82522-7266-495C-9A70-08531C87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848E9-D260-42B1-96FF-69D3B5E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EFFAA-1471-459B-BB35-643F9B4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041DB-3568-4B95-8445-60AC0F54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24941-F42F-4051-97F9-103A60E2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5A230-C812-41A6-82BA-D263557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C529B-760D-45C7-A8DB-A3ADEB0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6BA7A-9E32-46B8-A75A-43C54A6E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4B14B-314B-4DDB-ABF0-ED5B0F3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FA996-23C9-4286-A485-E3A0DA26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9E77-A644-4716-A264-4E1E9E4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2841C-8BAE-40C8-AEA6-AE2A19E0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D776E-520B-4C17-A460-4934FC27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6F4EF-759C-49E5-B21B-67825FAB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0555F-C801-4566-80B4-D3CD3D1D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62476-9526-4FB2-9D4B-6DE5584C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DA656-A7BA-4168-9675-E5A0B97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6AD99-2825-446A-A879-AEC404AB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8f905262a4a89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f31b767344824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14262-B72F-4FDC-A645-A64969D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A986F-6B78-4C9F-AC50-ABA4393C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1388244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3837A-6B58-49BF-8D31-C858746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7BC87-B20E-4307-8431-836DC4E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B56D0-89F9-40C7-87AF-1CCA73B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2FDB8-2637-47C4-AED6-AD0D498B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74388-17DD-4DE6-898B-8D8828B8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450da626f4e9b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EFEF1-EA34-4C59-90F2-AA36735C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67563-BC07-493C-84AA-531BA4D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C9060-2604-4635-A7EC-FB2869F9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2D3FE-9F4A-4393-83EC-B7E39E34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F203B-6774-4D93-9E1A-D5369F4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300F0-1DB6-4A41-AB23-9ACD751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2F2FE-1A44-4C5B-84B9-70B2F80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1798B-129B-4932-9C8D-5BD36349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A5771-0FC9-4A55-9524-3FE646C8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F7D97-480C-446B-BB9D-172A3D9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FE6BC-4B88-4F48-AD1D-41B95BE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F9FF4-3ACC-41E8-94A8-0099E898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55F6E-F2DE-4633-9BAC-4E3DB391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E957A-2A70-4272-B1CE-43882653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603AC-DD33-4D54-B39D-9199924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1A187-EFD0-4102-83B4-D9EC2067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CD58A-8E6F-49E7-ABFD-6092561B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828849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67FDAD-529A-4027-A426-FB47C504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61CFF-163F-4B58-8E3F-CFD673E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87882-7B22-405F-84D5-F80A08D7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 데이터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C733-3389-4267-B12B-110EF193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72800-1E8C-42F1-9411-D5C28978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HPE가 전체 영상을 처리한 뒤 파일을 저장하고, 다음 스크립트가 그 파일을 읽습니다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B2A2-EB94-4DE9-A6A3-3D2909BD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3919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9E239-565C-489C-AA17-F760861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9C4E5-56BB-4B48-A8DF-184C13E2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5740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./Coach/scripts/main.sh  &lt;run_folder&gt;  [--device cpu|cuda|mps]  [--agent false]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3835F-BD35-44FD-8FD3-24BB941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050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set -euo pipefail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1005F-DDB4-49BE-BBFB-6C62B72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219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388D9-79A5-4817-8494-D93F1B99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1D370-EC0C-47AB-8294-FDF89CA8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hpe.sh → hpe.py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4B9AA-71DE-4FC4-8CE7-D6F5313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MP4 탐색 · 프레임 처리 · HPE · 렌더링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4139D-8DE3-41A7-89F0-D50AB97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3219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679D5-EDA5-4D76-BABB-C7374215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2A6C8-5E9D-4BB5-911F-873A5F7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features.sh → feature_extract.py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7716F-5A04-4E3F-9CE3-6CAA0FA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PoseSequence · 스트라이드 · 4개 피처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8A661-C708-4C47-A25F-5FF07369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32004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57506-3336-4EF5-897B-265B6958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AB68A-F099-4CA1-B353-24871A10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agent.sh → Running_coach.py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8634A-8B6C-48CA-AFE6-62D658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LangChain · gpt-5-nano · Markdown 리포트</a:t>
            </a:r>
          </a:p>
        </p:txBody>
      </p: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619500" y="34861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15250" y="34861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7471A-64B8-4E04-A7A4-787A700D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hpe.sh 종료 후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A8194-D8B2-44CA-9A9F-66EF73D5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features.sh 종료 후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6154B-D92D-4744-9301-3ED76075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40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39FF3-AD71-448C-81A0-D08EA9F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run/&lt;case&gt;/*.mp4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B6486-8D82-42ED-A3D3-98902E7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2057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3DA4D6-EA05-4DC8-9465-20AFEBE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101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HPE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50F1B-92DB-4504-85D2-E84E0F6F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387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details.json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output.mp4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9D628-E5A0-44D2-B8A6-A139530A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764961-E09A-4C40-B944-3ECF583C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291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user_info.json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3A1EA-6998-4D69-A475-595F01C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1657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E4D25-BDCD-43C3-9552-8CD7F6A2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91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BB2ECC-290A-4DB2-9A7C-CA873813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352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9EC6E6-9D54-4734-B1C6-B28C0E5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0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STATIC PROMPT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4E42EA-50CC-4E62-BB8D-E24796E7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PERSONA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INSTRUCTION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0D7639-A0C2-4A7B-9E3C-F854B9A8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29150"/>
            <a:ext cx="1466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7AD619-A83C-4EEC-8621-4E098BCE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291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93" name=""/>
          <p:cNvCxnSpPr>
            <a:stCxn xmlns:a="http://schemas.openxmlformats.org/drawingml/2006/main" id="26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104900" y="4057650"/>
            <a:ext cx="904875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10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2009775" y="4057650"/>
            <a:ext cx="1228725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28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4267200" y="4057650"/>
            <a:ext cx="1838325" cy="876300"/>
          </a:xfrm>
          <a:prstGeom xmlns:a="http://schemas.openxmlformats.org/drawingml/2006/main" prst="bentConnector4">
            <a:avLst>
              <a:gd name="adj1" fmla="val 12435"/>
              <a:gd name="adj2" fmla="val 73913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31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5362575" y="4057650"/>
            <a:ext cx="7429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6105525" y="4057650"/>
            <a:ext cx="12192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33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8153400" y="4057650"/>
            <a:ext cx="2038350" cy="866775"/>
          </a:xfrm>
          <a:prstGeom xmlns:a="http://schemas.openxmlformats.org/drawingml/2006/main" prst="bentConnector4">
            <a:avLst>
              <a:gd name="adj1" fmla="val 11215"/>
              <a:gd name="adj2" fmla="val 73626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35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9248775" y="4057650"/>
            <a:ext cx="942975" cy="419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18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0191750" y="4057650"/>
            <a:ext cx="866775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907E63-256F-49E9-9040-E0856A25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입력 영상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D0278D-7606-49C6-80B3-A8E8888E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054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세 파일을 모두 읽음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0E62EB-2C51-4AD1-BFF0-DF45978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05450"/>
            <a:ext cx="2876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feature_results.json만 모델 데이터로 전달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A23C14-BF7D-4F95-B48D-EED7542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427C5E-1FA9-471E-B07A-138235C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실행 경계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229F5B-BEEC-4F25-8969-F222AB28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29325"/>
            <a:ext cx="998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추출은 프레임 루프 안에서 실행되지 않습니다. hpe.py가 종료되고 산출물을 저장한 뒤 시작합니다</a:t>
            </a:r>
          </a:p>
        </p:txBody>
      </p:sp>
    </p:spTree>
    <p:extLst>
      <p:ext uri="{BB962C8B-B14F-4D97-AF65-F5344CB8AC3E}">
        <p14:creationId xmlns:p14="http://schemas.microsoft.com/office/powerpoint/2010/main" val="840204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79035-AD04-4D73-84FC-B7149F81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5E2C8-FF32-44F4-B7DC-4F43454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F4266-D891-49FA-8233-EAAE625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75260-6EB4-4B63-B6D0-277FF521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C7A07-317C-4CB4-94B2-B24A834D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B5157-F277-4A6E-936F-9DAF76A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35F05-AE1A-41A4-ACBA-F07A51A6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490B3-41E5-4ABC-921D-E1C36D8C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D2B11-629A-4F18-AC16-4124823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DA0DC-C41F-496E-9F34-F9996EE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6D0A9-4D73-4F04-B66C-9220D19B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963F-8E05-42D2-BD42-DA25B6ED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95898-1DAC-4363-A54A-BA13145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89EC5-1D2E-4434-A153-136F106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339F5-3E4C-4550-9B91-8590AC1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3EE57-30B4-4A37-95CA-7B8B376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CEBE8-00F1-4825-8353-0254036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74B6D-6094-43E0-B10D-DD0DD609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08D5C-7ABC-4BE3-8538-278DAFC9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57404-7330-4FDE-8B7E-8765C5C7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84ac78a74176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23C4B-582A-4FD3-A7FD-73DBDA8C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35340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4E2649-2C79-4618-8040-7D06306C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EF285-6B2F-4141-A68D-1A86C0B6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9D24B-46DE-474C-A43D-6655A0C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내부 프레임 처리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43188-DB2C-4B5E-B2D3-A62A850C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1E4C1-9234-4D6A-A0C0-B6D482C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 루프는 hpe.py 안에서만 실행됩니다. 피처 추출은 루프와 HPE 파일 저장이 끝난 뒤 시작합니다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ECBF9-2515-4D6A-9F2E-2A54C6B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6205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95F8A-9A2A-480E-8586-2A1C146A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입력 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FAC0B-1ACA-4BEB-833F-97327385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43200"/>
            <a:ext cx="14097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F4D0A-175A-41E8-90C8-B6B72D4A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432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capture.read()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053E2-3907-4C9D-BED4-D5B9C44D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다음 프레임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AFC20-DE39-4E4D-8694-88B3C69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2724150" cy="29908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F7103-8326-4260-BE44-70982F7E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FRAME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28AF7-5FA7-48E9-9A0A-A99DF25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2000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713DB-BD21-4DC7-A4D0-B929D185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 사람 검출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EAB40-B0FE-43C7-A9D0-66BA87C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9900"/>
            <a:ext cx="2000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EFCB8-4E66-4316-B2C7-97E549B4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검출 성공 + bbox가 화면 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DDC50-1DAD-4E7A-9E8C-0D8ED56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2000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C0635-5F5C-4F1B-88AC-3DD6F0AC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 → frame_info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298F1-A221-4E28-8F1D-38712A4D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아니오: frame_info = None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F0088-E9C9-44F1-8930-20B274A5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A08E0-9AD5-4B99-88A7-4C395B4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pending deque에 추가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91F59-0667-4138-981C-3FA6DC97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t-2   t-1   t   t+1   t+2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5A8FD-7A66-47D9-A17A-BAC61F10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33528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4293F-9F63-42A1-B9F5-8E9AA46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67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len(pending) == 5  ·  interpolate_center()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8AA20-FF63-460F-B0CE-49A2FA5B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A0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C53EA-2A4B-47A0-A307-9F46BBD6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286000" cy="533400"/>
          </a:xfrm>
          <a:custGeom xmlns:a="http://schemas.openxmlformats.org/drawingml/2006/main">
            <a:pathLst>
              <a:path w="2286000" h="533400">
                <a:moveTo>
                  <a:pt x="0" y="457200"/>
                </a:moveTo>
                <a:lnTo>
                  <a:pt x="571500" y="238125"/>
                </a:lnTo>
                <a:lnTo>
                  <a:pt x="1143000" y="114300"/>
                </a:lnTo>
                <a:lnTo>
                  <a:pt x="1714500" y="266700"/>
                </a:lnTo>
                <a:lnTo>
                  <a:pt x="228600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C0362-F276-458B-BDFC-B8F9BF30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9DBFB-18D6-4321-8449-523044A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202C6-F9AA-4144-BB39-772663F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A41ECF-9212-4214-9DAB-6EE915E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9AB2B-9511-4AF7-B993-DAE12A05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91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3CB3D-88CD-4813-B914-3BAE039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E0007B-116A-4F9A-B2CA-AA4DBA26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93BCBF-9EB2-4518-B2EB-C90852C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A0DCB-418A-4C97-B542-25ACED82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33991-0C9B-41D8-9BDF-D629C111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47FE26-246F-44E5-A48E-8B1622E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9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44DF65-59CD-4D03-AC05-7B6EF55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51D1BA-BDEE-41BA-96CE-1EECA1A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BCB8A0-EB96-4F2E-9734-7557C1AD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F2F64F-F920-4ED6-816A-544EAC49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F4CFEC-5D64-475D-A284-D1C2F69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33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2877FA-6CA7-4DD6-B6BA-F7A8004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C84B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F20708-1880-4A60-ABFC-0843439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누락 관절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614F46-E5CC-4158-B508-09D63D0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가운데 t의 저신뢰 관절만 보간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61071A-7BAE-4F42-B32D-6B14616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95900"/>
            <a:ext cx="22479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3ADE5E-DA2B-41E2-A648-17160E8A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483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popleft → render_and_write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A6EFD9-C5DF-4A5C-913C-E39DFD40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34050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가장 오래된 t-2를 한 번 저장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18A38F-6155-45C9-9BEB-2E05CD0C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7350"/>
            <a:ext cx="2933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DAA0CA-EDC3-40FF-9425-BCA112E9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영상 종료 후 pending flush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6064B7-4E96-4649-A6E6-D987EB13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864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output.mp4 · pose_predictions.json · details.json</a:t>
            </a:r>
          </a:p>
        </p:txBody>
      </p:sp>
      <p:cxnSp>
        <p:nvCxnSpPr>
          <p:cNvPr id="11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190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18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371850" y="2514600"/>
            <a:ext cx="8001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19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172075" y="27622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172075" y="35814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6172200" y="2533650"/>
            <a:ext cx="990600" cy="1562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15" idx="1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4171950" y="3028950"/>
            <a:ext cx="3895725" cy="266700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067675" y="3028950"/>
            <a:ext cx="638175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23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6858000" y="4171950"/>
            <a:ext cx="171450" cy="1476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46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2667000" y="3638550"/>
            <a:ext cx="1943100" cy="20097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20" idx="0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667000" y="2038350"/>
            <a:ext cx="54006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42D9D0"/>
            </a:solidFill>
            <a:prstDash val="dash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858000" y="5648325"/>
            <a:ext cx="5905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94D1CF-6FE6-4BB4-8976-8E0BAFD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성공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ADEF41-96D1-4322-945D-15BEACD0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len &lt; 5이면 다음 프레임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DED942-C7B7-45C5-A759-F9D1D995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다음 프레임</a:t>
            </a:r>
          </a:p>
        </p:txBody>
      </p:sp>
    </p:spTree>
    <p:extLst>
      <p:ext uri="{BB962C8B-B14F-4D97-AF65-F5344CB8AC3E}">
        <p14:creationId xmlns:p14="http://schemas.microsoft.com/office/powerpoint/2010/main" val="1450363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4DAFF-5708-483C-A54A-4C4A16FD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B0353-DB18-4FCD-BE52-129E6CE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D600C-4A70-497C-A502-ACC5F004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B666E-B14B-471B-84B3-556B2FD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DBE4F-04C1-48D4-81B8-F4F43A6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pose_predictions.json, details.json, user_info.json을 PoseSequence로 묶어 네 가지 피처를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41012-8ACC-4E4E-8FAF-D39655A4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7769c570e4238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B2C07-F7D5-4552-A71C-4376DDB2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DD9D1-1097-461A-8CC5-835E4C08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B5579-26AB-49CF-841B-84573DD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D1516-2616-4CA0-B4CC-B524263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c369fd6d14206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ECD05-9213-4CE5-A3A1-20EA998B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21884-BB58-4F36-A7A5-F2B740C5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16CD2-B03F-4C78-ACC8-007DD5B0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3A7A4-601B-4063-8C65-E5C78316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6d7f1e3514fe4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0EB13-4ADD-43E8-BFAD-5EA69237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D7C83-4EE4-4944-886C-3F2D7BC2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63E26-D13F-4630-A0AF-6783DB39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44586-84B5-4BD2-8B27-BB451261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ceba8b41343d6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9646B-D540-4368-B1D0-6B116A9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26358-251B-4B05-870D-34885B2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0F1C9-3E01-43D4-8C7F-1D240D3F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D8A45-26CD-427B-81D1-1845DCE6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EF513-AA43-478A-8110-DC3C30B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982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cal_stride, pixel2m, gct 이후 feature1~4 실행 · feature_results.json 저장</a:t>
            </a:r>
          </a:p>
        </p:txBody>
      </p:sp>
    </p:spTree>
    <p:extLst>
      <p:ext uri="{BB962C8B-B14F-4D97-AF65-F5344CB8AC3E}">
        <p14:creationId xmlns:p14="http://schemas.microsoft.com/office/powerpoint/2010/main" val="998601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20020F-D826-4B9D-86F7-D38A6E6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14DF6-A3B6-4031-8D79-BAAE4EDF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C16B4-7E1B-431E-A584-8A782642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BCCE7-319C-4E95-888F-C065E17C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B4AC1-6585-4D3E-8074-2E0B21DA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A4AC7-770F-49A2-B4E5-F9D43D78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A28EB-9460-4931-8C7E-B616A54A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D88B6-609C-4165-A4A6-FF9F4EA5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BAA47-E151-44F8-BB7F-177EB220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55D30-950B-4298-BAF3-569572F7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0EF9-3979-4392-AC38-52D8044B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6C69C-B2AA-43D5-AF5E-E64A963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807AC-35EA-4C75-B2B1-30E37817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CA992-1A38-4BBC-B199-BB4F1A81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F5DDB-E9F7-4903-941A-4AFD1B7D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4F432-9B51-4BEC-A4AF-00C77F7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2B192-47F5-4B4F-AD05-F9CDB4D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4C09A-7D53-4181-BAC9-88BBE67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44992-651F-429D-BA6F-42E746D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3D2DF-E9F6-4A48-A3AD-65FF649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BAA31-0F32-49A4-839A-2CDEA94E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33CD6-03D1-4C05-B999-ADC57046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BA39F-C7BF-425C-A448-0F9221D4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600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378FA-A928-4D73-A521-EF611D1D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09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PERSONA + INSTRUCTION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66732-7111-46A6-9A69-0F32D3E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439C4-5443-477E-AB8E-24F7C8E2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EEEEA-D0FE-4656-B4AB-92030E45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15400" y="38671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13FBF8-92D7-4220-AC1C-35D8159E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842ED-0529-4BD7-9FD7-2CF352A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1318050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AAA1460-2259-4483-B8FC-D0C1B27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D3311-A2B5-4B30-BA98-402EDA19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D82BC-9DCE-466E-8454-9A9441E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기술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25307-98E7-4702-BBCE-D6419835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1D2F8-3A4E-410B-8F9B-70C62994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구조도의 객체 위치와 요청·데이터 흐름을 유지했습니다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85C90-856C-4247-9F08-B143C55F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390650" cy="39624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73364-C457-4630-8E69-252D7D4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사용자 · 외부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3F23F-16F0-48E0-B8A9-D98BFC7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F95A6-7668-431C-80DD-1C22569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997D3-B462-4598-AA56-C774A90A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009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9BE8E-71AC-4994-A585-03A23754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900AF-9EDE-4D4A-8BD1-6FE9B2E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90700"/>
            <a:ext cx="76771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B4DDD-AB4C-4FDC-9378-D1843E85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05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ACFAD-B43F-4E53-B56B-D9ADF160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135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5DF96-75A7-476E-B803-84963DD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19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D96AD-03F1-40C6-B255-72F6103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8A055-8D8C-4CA0-B4E8-5AEE4F50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9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97AE1-FFBF-4E22-8A71-E4C3D27F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135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75447-974A-4538-9E08-5DC1341A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E8ED9-AF68-4AB5-AA62-F8AAD57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비동기 추론 파이프라인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7D861-B098-4DEE-9D6B-920ED419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1200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4F6FD-81ED-4955-B90F-A9D929F1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877DD-FBFA-4F0D-A655-368F2A7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QUEUED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3B7DB-2C55-4ECE-B166-C269C6DD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99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C1AF2-9D86-4ED6-9E26-9BC07A30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833D8-A470-4A45-B0E2-E6760DE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99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A9971-9437-4741-904F-ADEFE577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7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7EABC-8F23-47DE-B7DB-4F2535EB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1219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57E92-E8DB-431F-B80E-AD0DF082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494F5-59A5-47FA-AA39-D0ABA3E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Inference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23F33F-B472-425E-8AD6-D43EC0D7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333500" cy="17716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5765E0-DE9C-404D-9B09-F10E603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7FB893-D4F3-47BE-B63E-5BE86974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4F663-4F8B-4326-AAA4-7887BA7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037EA-0C51-4340-8018-83A8E4D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CBA2B1-54BA-45F8-B1E2-60AEF372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E0F3A-A22B-47A5-B8F2-2FDDA7C0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5C5576-602A-47D4-9A16-B927C88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8627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372523-DC49-44A5-9430-950050C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Ollama · 선택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E92BC6-BD36-47D5-B87C-3931D95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05D9DB-8746-432C-A7A2-7D1DEECD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9107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476253-DE84-4E62-AF25-9B388E8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0062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088413-9D39-4467-B57B-3175FAC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cxnSp>
        <p:nvCxnSpPr>
          <p:cNvPr id="136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686800" y="39243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37" name="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686800" y="41814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38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686800" y="443865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cxnSp>
        <p:nvCxnSpPr>
          <p:cNvPr id="139" name=""/>
          <p:cNvCxnSpPr>
            <a:stCxn xmlns:a="http://schemas.openxmlformats.org/drawingml/2006/main" id="38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8686800" y="469582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40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686800" y="49530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675876-FA6C-4A1D-9A38-A59420DA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9812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EF389-87D7-458C-8B52-97D6BE76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05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데이터 · 결과 저장소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4B4282-FBD5-4DBA-8AF0-20AE126E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562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233ACF-1E30-43DB-9118-F772AE3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0BBFF8-2C05-4F0A-9984-D8EF5DB2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051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MP4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E413D5-E96E-437D-B305-FA3F9E9B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29100"/>
            <a:ext cx="1562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41E2C4-775D-4330-9831-947DE314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196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FA00C7-CE78-4C26-87EB-FC58B865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6250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149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95375" y="2724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600200" y="2533650"/>
            <a:ext cx="685800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638550" y="25336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14950" y="25336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3" name=""/>
          <p:cNvCxnSpPr>
            <a:stCxn xmlns:a="http://schemas.openxmlformats.org/drawingml/2006/main" id="1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296150" y="2533650"/>
            <a:ext cx="2724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4" name=""/>
          <p:cNvCxnSpPr>
            <a:stCxn xmlns:a="http://schemas.openxmlformats.org/drawingml/2006/main" id="14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2962275" y="287655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55" name=""/>
          <p:cNvCxnSpPr>
            <a:stCxn xmlns:a="http://schemas.openxmlformats.org/drawingml/2006/main" id="18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981325" y="2876550"/>
            <a:ext cx="3638550" cy="1066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8140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7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89585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8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21030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9" name=""/>
          <p:cNvCxnSpPr>
            <a:stCxn xmlns:a="http://schemas.openxmlformats.org/drawingml/2006/main" id="51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7143750" y="3048000"/>
            <a:ext cx="36576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60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7753350" y="3819525"/>
            <a:ext cx="3810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61" name=""/>
          <p:cNvCxnSpPr>
            <a:stCxn xmlns:a="http://schemas.openxmlformats.org/drawingml/2006/main" id="4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239250" y="4676775"/>
            <a:ext cx="781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62" name=""/>
          <p:cNvCxnSpPr>
            <a:stCxn xmlns:a="http://schemas.openxmlformats.org/drawingml/2006/main" id="28" idx="2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 flipV="1">
            <a:off x="2981325" y="4667250"/>
            <a:ext cx="41624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98A099"/>
            </a:solidFill>
            <a:prstDash val="solid"/>
            <a:tailEnd type="arrow" w="sm" len="sm"/>
          </a:ln>
        </p:spPr>
      </p:cxnSp>
      <p:cxnSp>
        <p:nvCxnSpPr>
          <p:cNvPr id="163" name=""/>
          <p:cNvCxnSpPr>
            <a:stCxn xmlns:a="http://schemas.openxmlformats.org/drawingml/2006/main" id="54" idx="0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 flipV="1">
            <a:off x="7296150" y="2533650"/>
            <a:ext cx="3505200" cy="16954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64" name=""/>
          <p:cNvCxnSpPr>
            <a:stCxn xmlns:a="http://schemas.openxmlformats.org/drawingml/2006/main" id="10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095375" y="2533650"/>
            <a:ext cx="4848225" cy="11430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42D9D0"/>
            </a:solidFill>
            <a:prstDash val="dash"/>
            <a:tailEnd type="arrow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EE22AD-0A76-447D-8644-0BB6091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POST /api/uploads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E0AAD2A-70D7-431C-BFDD-97509C7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0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DD30D-C09F-4FCD-8DA0-66CC1366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5  임시 업로드 URL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691C2A-CC62-4FBB-88BF-BB4DEA4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6  PUT video/mp4  ·  7  complete  ·  8  HEAD 검증  ·  9  POST /jobs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8F13B5-CB98-4CDB-AB5F-D0B3ADD7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7665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  INSERT · QUEUED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CCD064-DFB5-4223-954B-55D8FDF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  작업 발행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CC53C2-8CDD-4CA8-93E4-3A4C1C7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12  작업 전달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26EE44-3100-4E2F-83E9-2B8C70F2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2228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13  PROCESSING · 17  SUCCESS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11F94D-6633-4350-93C3-CFC6DEC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14  input.mp4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BEE96F0-F94C-4659-BE81-6D4EA3CF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054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16  결과 업로드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BF2C2F-A4DD-4418-A694-D5102557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18  GET /jobs/{job_id} · 2.5초 폴링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B36D3A-20AA-4AE7-9813-51B57195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19  결과 URL + 리포트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8C28B0-1962-405D-8328-3AB022D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055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관찰 가능성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17A1E3-C7E9-4A53-A3FC-662CCC7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70482F3-CD9C-4A09-8DFC-B20C030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F4A9D28-86EF-4FAF-A4D2-5FD22EE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1766707-0C76-4C9F-9087-FA63228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2163E71-A6AA-4BBA-BC55-0BAF84E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C70790-942F-4626-B056-840FB9AB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103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검정  API·제어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1455E0-4D86-47F7-97EC-DD4B56A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10300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청록  영상·결과 데이터</a:t>
            </a:r>
          </a:p>
        </p:txBody>
      </p:sp>
    </p:spTree>
    <p:extLst>
      <p:ext uri="{BB962C8B-B14F-4D97-AF65-F5344CB8AC3E}">
        <p14:creationId xmlns:p14="http://schemas.microsoft.com/office/powerpoint/2010/main" val="1724789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7457A8-26E8-49C7-80CA-D1C16FC7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20238-D0B5-4C29-99DA-3CA22AA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971B6-2521-4151-9FCF-9D0DDBA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76173-21E8-474A-9039-B20A84C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253F0-B324-4AC7-BC89-B5B8BDD3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8E293-B7C2-46C2-A3C5-464A2E2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A7E3D-6643-4444-B8BC-B244C6E8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9CA98-E70B-4CE4-AF9D-CDECB9A5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34032-C6BA-4D12-9D8C-DA92241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DCFBB-A7B2-4026-8EE5-B0F9E9C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A0D4F-A59F-4908-8BAC-5D00A0C9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B0F93-195B-434B-81B5-91B121C2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14D88-B866-4211-B0AE-2101B0DA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7793F-82FB-4415-BF86-4AF2CBD9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E7486-A7D0-4D53-9A36-6FB2E6EE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AFEA7-347E-46C9-94A8-A7321787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4A054-3804-44E9-9F8C-8796BD40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ECD6C-824E-4DD3-BFCC-EDCCA0ED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02BB2-F710-44CE-A4ED-FC8DB12C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EAFD7-67B5-4F3A-BE2C-4FEEEDB7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3EF68-701F-4384-8FBE-83DC4F1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626F3-F636-4333-BD76-997894B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51FB5-2919-45D2-BBE6-35D2D7C3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0E1F6-294C-4E86-8CAA-B753088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117D7-8B10-435C-B428-549C27B0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71030-26D2-43EC-902A-B7EE5E7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89318-E860-4021-8B43-04608CE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9115E-B5C4-4E8E-A515-3213241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C182D-CF49-4499-AA9D-DD55515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D878C6-BB24-4251-82DB-F8FA2879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cxnSp>
        <p:nvCxnSpPr>
          <p:cNvPr id="86" name=""/>
          <p:cNvCxnSpPr>
            <a:stCxn xmlns:a="http://schemas.openxmlformats.org/drawingml/2006/main" id="1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00700" y="3314700"/>
            <a:ext cx="6286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30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372350" y="3314700"/>
            <a:ext cx="381000" cy="590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DC534-2A0A-4DF4-AF5C-6D09BCA9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E3CFC9-A6BE-4CBE-8DFE-259CD67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D935C9-F94C-4A78-B2C8-4CA97351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F283BA-08A4-4DE0-BCA0-59E7F991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8A23FB-51DA-4310-AD47-A91C0CD3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18F2A0-6AB7-459E-8A86-3C17461D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41FB7B-6D45-45E3-B5CC-364EF55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A7F204-3B69-4F66-9DC0-DAA5E20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68C8E0-564A-4E3C-A9A6-F4F8312D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A7668C-E174-4508-A796-1D4EA37D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646CC9-B0FF-4458-B8D4-E1EDB558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DD3911-AF53-42AB-8952-2737CD3C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B055F2-70FD-4EA9-998E-F5C337B0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73E574-16B7-42F6-ABC7-ECBC6F76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4049BB-FD35-4432-9971-E4FD1052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51EF5C-F6F5-4CF0-8AE5-C0A71C9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812FE9-ADA8-4797-84B7-F773D23E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1693833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B516B-16B1-4F1F-B916-3CA7A52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8E914-4BFC-497E-8037-A932557E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D92BE-6904-4754-B514-B00AF02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A6C3-2D38-465F-AF27-175B0102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38141-A048-412C-96F5-00E03049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38CD3-BF68-481B-B582-B5C48918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B8214-10F7-4DFF-BB5F-922F573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519FF-4481-4DCB-A34F-6DFBE43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47782-033B-4253-955F-A83D70F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8E792-9CA2-4FA3-935F-3871E031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97986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2026-09-08T12:37:15.8790000Z</dcterms:created>
  <dcterms:modified xsi:type="dcterms:W3CDTF">2026-09-08T12:37:15.8790000Z</dcterms:modified>
</coreProperties>
</file>