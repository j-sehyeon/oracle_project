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6d09f7cdbc49c2" /><Relationship Type="http://schemas.openxmlformats.org/officeDocument/2006/relationships/extended-properties" Target="/docProps/app.xml" Id="Rd7503d4ff88b4ed2" /><Relationship Type="http://schemas.openxmlformats.org/officeDocument/2006/relationships/officeDocument" Target="/ppt/presentation.xml" Id="Re88075a44ffb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0d24bfca1413d"/>
  </p:sldMasterIdLst>
  <p:notesMasterIdLst>
    <p:notesMasterId xmlns:r="http://schemas.openxmlformats.org/officeDocument/2006/relationships" r:id="R7fa3718133694cd6"/>
  </p:notesMasterIdLst>
  <p:sldIdLst>
    <p:sldId xmlns:r="http://schemas.openxmlformats.org/officeDocument/2006/relationships" id="256" r:id="Rbe6d27fc70d147fc"/>
    <p:sldId xmlns:r="http://schemas.openxmlformats.org/officeDocument/2006/relationships" id="257" r:id="R1852bb5a20a747a3"/>
    <p:sldId xmlns:r="http://schemas.openxmlformats.org/officeDocument/2006/relationships" id="258" r:id="R03ef75d791a1488d"/>
    <p:sldId xmlns:r="http://schemas.openxmlformats.org/officeDocument/2006/relationships" id="259" r:id="R7fcaf65a65eb4ef1"/>
    <p:sldId xmlns:r="http://schemas.openxmlformats.org/officeDocument/2006/relationships" id="260" r:id="Ra0a5e69f066947ac"/>
    <p:sldId xmlns:r="http://schemas.openxmlformats.org/officeDocument/2006/relationships" id="261" r:id="R4aaf16d13c344bd8"/>
    <p:sldId xmlns:r="http://schemas.openxmlformats.org/officeDocument/2006/relationships" id="262" r:id="R14ec27a33f4b4093"/>
    <p:sldId xmlns:r="http://schemas.openxmlformats.org/officeDocument/2006/relationships" id="263" r:id="R1a7fbb13068d45df"/>
    <p:sldId xmlns:r="http://schemas.openxmlformats.org/officeDocument/2006/relationships" id="264" r:id="R8d1afcde93f8455c"/>
    <p:sldId xmlns:r="http://schemas.openxmlformats.org/officeDocument/2006/relationships" id="265" r:id="R24bb85b7e0024037"/>
    <p:sldId xmlns:r="http://schemas.openxmlformats.org/officeDocument/2006/relationships" id="266" r:id="R476b9d3e8e7f4d87"/>
    <p:sldId xmlns:r="http://schemas.openxmlformats.org/officeDocument/2006/relationships" id="267" r:id="R202860df2c5c4e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8b37880af4aa6" /><Relationship Type="http://schemas.openxmlformats.org/officeDocument/2006/relationships/slideMaster" Target="/ppt/slideMasters/slideMaster1.xml" Id="Re150d24bfca1413d" /><Relationship Type="http://schemas.openxmlformats.org/officeDocument/2006/relationships/notesMaster" Target="/ppt/notesMasters/notesMaster1.xml" Id="R7fa3718133694cd6" /><Relationship Type="http://schemas.openxmlformats.org/officeDocument/2006/relationships/presProps" Target="/ppt/presProps.xml" Id="R2e0d6a4c5cb94e16" /><Relationship Type="http://schemas.openxmlformats.org/officeDocument/2006/relationships/tableStyles" Target="/ppt/tableStyles.xml" Id="R9b1e5f4fdd074b80" /><Relationship Type="http://schemas.openxmlformats.org/officeDocument/2006/relationships/slide" Target="/ppt/slides/slide1.xml" Id="Rbe6d27fc70d147fc" /><Relationship Type="http://schemas.openxmlformats.org/officeDocument/2006/relationships/slide" Target="/ppt/slides/slide2.xml" Id="R1852bb5a20a747a3" /><Relationship Type="http://schemas.openxmlformats.org/officeDocument/2006/relationships/slide" Target="/ppt/slides/slide3.xml" Id="R03ef75d791a1488d" /><Relationship Type="http://schemas.openxmlformats.org/officeDocument/2006/relationships/slide" Target="/ppt/slides/slide4.xml" Id="R7fcaf65a65eb4ef1" /><Relationship Type="http://schemas.openxmlformats.org/officeDocument/2006/relationships/slide" Target="/ppt/slides/slide5.xml" Id="Ra0a5e69f066947ac" /><Relationship Type="http://schemas.openxmlformats.org/officeDocument/2006/relationships/slide" Target="/ppt/slides/slide6.xml" Id="R4aaf16d13c344bd8" /><Relationship Type="http://schemas.openxmlformats.org/officeDocument/2006/relationships/slide" Target="/ppt/slides/slide7.xml" Id="R14ec27a33f4b4093" /><Relationship Type="http://schemas.openxmlformats.org/officeDocument/2006/relationships/slide" Target="/ppt/slides/slide8.xml" Id="R1a7fbb13068d45df" /><Relationship Type="http://schemas.openxmlformats.org/officeDocument/2006/relationships/slide" Target="/ppt/slides/slide9.xml" Id="R8d1afcde93f8455c" /><Relationship Type="http://schemas.openxmlformats.org/officeDocument/2006/relationships/slide" Target="/ppt/slides/slide10.xml" Id="R24bb85b7e0024037" /><Relationship Type="http://schemas.openxmlformats.org/officeDocument/2006/relationships/slide" Target="/ppt/slides/slide11.xml" Id="R476b9d3e8e7f4d87" /><Relationship Type="http://schemas.openxmlformats.org/officeDocument/2006/relationships/slide" Target="/ppt/slides/slide12.xml" Id="R202860df2c5c4e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6b59ace73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4be99347d4543" /><Relationship Type="http://schemas.openxmlformats.org/officeDocument/2006/relationships/notesMaster" Target="/ppt/notesMasters/notesMaster1.xml" Id="Ra20897d4521345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ea6560e0c45d8" /><Relationship Type="http://schemas.openxmlformats.org/officeDocument/2006/relationships/notesMaster" Target="/ppt/notesMasters/notesMaster1.xml" Id="Rc1694342395d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7b1e351644678" /><Relationship Type="http://schemas.openxmlformats.org/officeDocument/2006/relationships/notesMaster" Target="/ppt/notesMasters/notesMaster1.xml" Id="R0ff6fc89188d49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769de52a3b467c" /><Relationship Type="http://schemas.openxmlformats.org/officeDocument/2006/relationships/notesMaster" Target="/ppt/notesMasters/notesMaster1.xml" Id="R88ba73832159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46e7980dd44e6" /><Relationship Type="http://schemas.openxmlformats.org/officeDocument/2006/relationships/notesMaster" Target="/ppt/notesMasters/notesMaster1.xml" Id="Rc590a945b2b541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18c9282c484290" /><Relationship Type="http://schemas.openxmlformats.org/officeDocument/2006/relationships/notesMaster" Target="/ppt/notesMasters/notesMaster1.xml" Id="Rf2cdeba2a19c4c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2902d3aad64938" /><Relationship Type="http://schemas.openxmlformats.org/officeDocument/2006/relationships/notesMaster" Target="/ppt/notesMasters/notesMaster1.xml" Id="Rc4e92cbecc9a46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68694e2174a45" /><Relationship Type="http://schemas.openxmlformats.org/officeDocument/2006/relationships/notesMaster" Target="/ppt/notesMasters/notesMaster1.xml" Id="R8745cdc783db46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808e638db47b4" /><Relationship Type="http://schemas.openxmlformats.org/officeDocument/2006/relationships/notesMaster" Target="/ppt/notesMasters/notesMaster1.xml" Id="Radac586b8cda4b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67ed997c0a4888" /><Relationship Type="http://schemas.openxmlformats.org/officeDocument/2006/relationships/notesMaster" Target="/ppt/notesMasters/notesMaster1.xml" Id="R8f7c681bfaee47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df48b22a6c4a31" /><Relationship Type="http://schemas.openxmlformats.org/officeDocument/2006/relationships/notesMaster" Target="/ppt/notesMasters/notesMaster1.xml" Id="Rc00f55e44d3b4b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6516e7f4c54735" /><Relationship Type="http://schemas.openxmlformats.org/officeDocument/2006/relationships/notesMaster" Target="/ppt/notesMasters/notesMaster1.xml" Id="R9ac78c5b5c4c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Coach/README.md. HPE, feature 추출, agent 실행 순서를 코드 기준으로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/var/folders/2v/b65115v14cvgvjztf82wr9x80000gn/T/codex-clipboard-9750139d-1cef-4043-9e6a-3826536e7912.png. 영상 입력 → 프레임 분할 → detection → 촬영 규격 검사 → HPE, 촬영 규격 검사 → 5프레임 저장 → interpolation, t-2 저장 → 프레임 분할 순환, 피처 → Agent → Report와 prompt → Agent 연결을 원본 방향대로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사용자/브라우저를 왼쪽, 웹·API와 비동기 추론을 중앙, Raw/Results Bucket을 오른쪽에 두고 원본의 요청, 직접 업로드, 큐, Worker 상태, 결과 저장과 조회 화살표 방향을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28f591ff8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ac9fe904094dfe" /><Relationship Type="http://schemas.openxmlformats.org/officeDocument/2006/relationships/slideLayout" Target="/ppt/slideLayouts/slideLayout1.xml" Id="Rfc727e2ba9bf42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27e2ba9bf42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28d49fa384037" /><Relationship Type="http://schemas.openxmlformats.org/officeDocument/2006/relationships/image" Target="/ppt/media/image.png" Id="Rd75fb5f2912a4f36" /><Relationship Type="http://schemas.openxmlformats.org/officeDocument/2006/relationships/notesSlide" Target="/ppt/notesSlides/notesSlide1.xml" Id="R909292bbe0a0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eddb6b22b4e33" /><Relationship Type="http://schemas.openxmlformats.org/officeDocument/2006/relationships/notesSlide" Target="/ppt/notesSlides/notesSlide2.xml" Id="R3a2ef9bc48a7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47999e074613" /><Relationship Type="http://schemas.openxmlformats.org/officeDocument/2006/relationships/image" Target="/ppt/media/image2.png" Id="R462f47f4f9974af9" /><Relationship Type="http://schemas.openxmlformats.org/officeDocument/2006/relationships/image" Target="/ppt/media/image3.png" Id="R850a90c6ac744b6e" /><Relationship Type="http://schemas.openxmlformats.org/officeDocument/2006/relationships/notesSlide" Target="/ppt/notesSlides/notesSlide3.xml" Id="R9f8c8c03cc84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982201464623" /><Relationship Type="http://schemas.openxmlformats.org/officeDocument/2006/relationships/image" Target="/ppt/media/image4.png" Id="R7cb5aa8cb9694244" /><Relationship Type="http://schemas.openxmlformats.org/officeDocument/2006/relationships/notesSlide" Target="/ppt/notesSlides/notesSlide4.xml" Id="Rb9ad4aca2e0a4d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130f482144698" /><Relationship Type="http://schemas.openxmlformats.org/officeDocument/2006/relationships/notesSlide" Target="/ppt/notesSlides/notesSlide5.xml" Id="Rba1e7a40970d41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e9a7e3f804f4f" /><Relationship Type="http://schemas.openxmlformats.org/officeDocument/2006/relationships/image" Target="/ppt/media/image5.png" Id="Ra1feb5563b72451e" /><Relationship Type="http://schemas.openxmlformats.org/officeDocument/2006/relationships/notesSlide" Target="/ppt/notesSlides/notesSlide6.xml" Id="R3ed10bb7727d40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03daf05da4df5" /><Relationship Type="http://schemas.openxmlformats.org/officeDocument/2006/relationships/notesSlide" Target="/ppt/notesSlides/notesSlide7.xml" Id="R3c864d17875440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23f7b82d54034" /><Relationship Type="http://schemas.openxmlformats.org/officeDocument/2006/relationships/image" Target="/ppt/media/image6.png" Id="R859ad8e25253401f" /><Relationship Type="http://schemas.openxmlformats.org/officeDocument/2006/relationships/image" Target="/ppt/media/image7.png" Id="R47ca2bea0bb14447" /><Relationship Type="http://schemas.openxmlformats.org/officeDocument/2006/relationships/image" Target="/ppt/media/image8.png" Id="Rb66f3cfa59c64657" /><Relationship Type="http://schemas.openxmlformats.org/officeDocument/2006/relationships/image" Target="/ppt/media/image9.png" Id="Rb398c596c08f448d" /><Relationship Type="http://schemas.openxmlformats.org/officeDocument/2006/relationships/notesSlide" Target="/ppt/notesSlides/notesSlide8.xml" Id="R4fdda40131824a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a7387b1f941bb" /><Relationship Type="http://schemas.openxmlformats.org/officeDocument/2006/relationships/notesSlide" Target="/ppt/notesSlides/notesSlide9.xml" Id="R7ccbc54daab0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58420bc2240e5" /><Relationship Type="http://schemas.openxmlformats.org/officeDocument/2006/relationships/notesSlide" Target="/ppt/notesSlides/notesSlide10.xml" Id="R45c56586184f41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f1659e06648ef" /><Relationship Type="http://schemas.openxmlformats.org/officeDocument/2006/relationships/notesSlide" Target="/ppt/notesSlides/notesSlide11.xml" Id="R5602a12720d54b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16187d02c40af" /><Relationship Type="http://schemas.openxmlformats.org/officeDocument/2006/relationships/notesSlide" Target="/ppt/notesSlides/notesSlide12.xml" Id="Rfd9b89483512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9DECD-7A62-4BCF-B2F7-C3E8134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F5D5E-3693-4569-ABFF-8F2437E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550C7-161B-4BC4-825B-C6B3D05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D089F-2C0B-45DE-B8E8-5DE7C9D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E0DE9-EF00-46F1-84E4-B8E4527A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5CA22-3BFF-443B-ADD6-EEE981C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95488-B9D6-4413-96BB-88527E67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6DCAD-3CC6-4771-B653-1FB47D2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fb5f2912a4f36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7C433-CC8E-4596-AD1E-DAD1542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596956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F177D-4F24-4077-94DD-659B3837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8F80C-2FA8-4B13-9843-2934B9D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315E4-5B2A-4977-8428-110A22C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FDB21-5A0F-4E06-B358-3F18EC0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B125-DC58-44BB-9EE4-EF67FC0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79E18-695A-465F-ACA6-67C2679B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5E5C-6BEA-488B-B6FF-12A2EA3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98700-9BB6-4D34-A470-F7F9270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C1687-D3C5-45D5-9CB6-CC09F20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5BAD7-ACF6-4134-8543-73A8F0C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1DA1F-E369-4004-BB53-E0D1B62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C2431-FC90-46AC-81F2-BA4CDEE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448B8-539F-4800-A255-4AE6E40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2D432-8A7C-4A9E-A60F-56747BE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DAA2A-0834-4459-BCEC-33CFCD06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E5B85-C719-4B0C-B286-F21B4BAE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4834F-A9AC-47A3-B324-038325BD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42452-8E4D-4656-B95F-C66621B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24EFD-F4B0-4452-9BDD-048DFA9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6656B-6E87-4366-929E-1D09ECE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9678D-0CBA-46F3-87DB-B4DB4FB6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3F8AB-D9F9-40FF-A5F4-AE2711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12534-BF52-4447-8E03-109A8F5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B816E-6560-498A-9DDB-0AC91A2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BD777-178B-4A44-9A93-60D46BA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60894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2FE2B-0BC8-4E51-A2C6-9952299C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BCC3-3717-416C-9B6C-06615C15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47CEC-C5B3-453C-A496-6DAFD7B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4FAC2-243C-4AA3-BBF9-1AAB9D05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4C3BF-95EC-4C67-9966-699AC96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4D0A0-C40D-4D42-BDA5-4234E80D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BF4E2-B45C-4046-BD7E-F885DE7C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D70D-874E-4B2B-99FE-F7A33A9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9CD62-6F42-4946-B660-DE32AAE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F4C21-0541-4A4D-8999-87D9DC51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CDF58-35BF-48C6-844C-37F3CA06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D5752-80A1-4042-B8AD-2E036362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B04BA-EA24-4795-8D40-EF248CD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2379E-D7A4-4DFD-BABE-88826F6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857E2-FC5C-4C8F-9AFB-294DEBA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EFA8C-3F0A-4A49-B162-5D19F43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40781-BFCD-4A6A-BF3E-ADD8C44C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1D6D6-60D5-4E1C-9682-9A606FE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CD614-AE52-44CE-AB81-244FEC1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f47f4f9974af9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a90c6ac744b6e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C8038-9ACE-4C47-AD22-EB9F516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AD8CA-3D03-4DE5-8828-B915EC53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2107383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D28F3-42BC-4ABE-BDC6-68CB7D37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FEF0A-1C7E-4500-B20A-CD46B106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D3DE-5C23-46ED-A670-A21E419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6C2CE-2321-49B5-A0D2-22C0710F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73BA8-2BF9-4317-B7B4-476E678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5aa8cb9694244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2CF2C-FE19-42D4-83C5-8399CF8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A0733-B87A-43AE-81CB-6967A474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29CB4-4D3B-491F-BAB2-1ECB567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8C68E-965A-4A0F-B067-37BB04F0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6FCEC-D711-4CC2-BE6C-11693D7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5F209-AB9A-45F6-B2F0-9A68262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E85A-EEAA-47E2-A195-2C43819B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C7B40-E175-4661-BF17-DBDC3F53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9455F-25B0-4D40-AFF9-22D7BF0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8B0F8-1A2A-485D-A9E1-57282CEE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86628-62CB-4EFB-AEC0-9A1C48E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643DF-768D-4A59-9ADC-EB5EC09B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B6318-0753-4485-BEFA-4EFD4B1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6B134-EED9-41ED-9525-9FE56A8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924CE-19C7-4E94-BA3C-A096BE23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9898-C15F-4BB1-8A06-4CE68F0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39078-C8F9-46A8-8BCD-37C446E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2128137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CC702E-3F07-47AA-AAD7-3D86AC1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FFFAE-27E6-4CD6-AA96-13ABBFE4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D9820-65AE-4D30-A56B-2E61B321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핵심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6727-046A-4D14-95EE-2BA5DBC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EEAA5-DBCA-446F-9EE1-72EC558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입력부터 관절 데이터, 자세 특성값, 코칭 리포트까지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E9C60-24BF-41BB-92DA-AEE41FF9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A21D7-2F21-4CCA-9287-0D7F5643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BE2AB-E599-4025-A602-EACFD9E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2C1A9-D33D-4924-B4D0-CB4A805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MP4와 사용자 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AD7D8-A061-4B85-A7C1-CFF636D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9B0F2-81EE-4EE9-94B6-EA37B26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8D8F4-EA4A-41C0-BD5F-D1A73E1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3109-A81F-46A7-B58F-0AD4CD40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5E097-9435-4DDB-9850-C4943A14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3B15-44B2-40BF-8F55-FA379F4C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RTMDet + RTMPose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31CE5-D61D-4DF1-9C2D-1437C59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F3856-30A0-4B87-AF88-545E0A2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27F13-D6FD-4E83-A400-46F7B586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AB124-79EA-4C18-A61B-FC224E0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4E495-0FB4-428D-9682-10EF6CA2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37BE3-17DC-4BA5-B0B7-63E247F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4개 자세값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509F8-B2C4-4F66-9779-DF01E6B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6AFF7-10D9-41CF-A93B-6307327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379AF-9C15-4C86-8453-307B9FF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54109-6223-4927-A4C7-EA66ECF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89CDD-6F8B-4BFA-A7AF-227C8B7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에이전트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8D7F2-7D66-49DC-8DB1-4698A08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판정값을 리포트로 변환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A40AE-6EE2-454D-A30B-3CCE9E2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09771-5F75-4474-AD7A-F6CA6A6A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7215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487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38961-0F03-4868-AD66-5F51F42E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0109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AD94A-5880-4493-9EEA-3E4F8BA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EED17-BB36-4BD4-BADF-4F3C627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main.sh가 HPE, features, agent 스크립트를 순서대로 실행하고 run/&lt;case&gt;/outputs에 단계별 산출물을 남깁니다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84197-19E9-45F5-A8D7-82455E2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코드 근거: Coach/scripts/main.sh</a:t>
            </a:r>
          </a:p>
        </p:txBody>
      </p:sp>
    </p:spTree>
    <p:extLst>
      <p:ext uri="{BB962C8B-B14F-4D97-AF65-F5344CB8AC3E}">
        <p14:creationId xmlns:p14="http://schemas.microsoft.com/office/powerpoint/2010/main" val="578731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9D418-954C-401E-8D71-44A0132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0CF69-2A09-4EB7-B39D-12DC0A1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91D1C-F9FE-4784-8308-92FA214A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BDEB-03C4-4F95-B9A5-FF5F64C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4DC86-C246-4A4C-934A-75963AF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EE457-BB58-4CA2-97E1-4E755F9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C70DF-5D86-40AA-B7B0-53B5BDA4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693C7-2F3A-4135-B5EC-57D973A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0C708-3F5A-4CDE-8C45-100E54E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8A3F1-D62F-4425-B0F9-6BC6C12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2127A-7E5D-487F-95BA-69897F66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07D3D-E170-4455-BB35-EE960B2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E0480-48DB-474A-B4C9-48062280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562C3-3AB3-4F60-BFD0-96B1E339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D4924-BF0A-4FF3-BDC2-8458D98D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7E70B-A031-44D6-8224-A83D6FA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18195-889B-430D-97CE-70EEBD1D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72C22-2E2D-4A53-83BD-EE5F2E9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DFCF0-F70E-4C1C-ABFA-6716B709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5FAFC-9E57-4789-9820-C7A5B1D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eb5563b72451e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3BC8A-15FC-44A3-B22F-FBBF3AC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869652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EAC2AD-9867-4AC1-A6A3-B818D930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F6DFE-9D90-40DE-9F79-79C2B2A1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B80C7-3511-4DD9-BBA6-E23FC2A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분석 루프와 관절 보간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F22F3-4984-4F4C-A0DC-5038A90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A4531-A6F0-4C6F-BA99-0C8C5F9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순환 처리하면서 앞뒤 시점으로 누락 관절을 보완한 뒤 피처와 리포트를 만듭니다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2E159-1736-4639-B765-028BA033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049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F4DB6-E106-40EB-96E2-348EA4A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6B73D-5EA9-4E02-8738-269B69B9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09850"/>
            <a:ext cx="1428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149EA-551F-4B58-A282-7A9CF604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194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단위로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CE7FA-C310-494C-A5C3-829B9EE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28800"/>
            <a:ext cx="2667000" cy="27813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3DD8D-308C-4D90-9C9F-406C938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621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FRAME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9A7A7-0DB6-4709-848F-37957EF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1943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F065F-F9E7-4015-9263-43E48B60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98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사람 검출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C2890-A686-4B8B-AF99-BFBADB5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943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C01E2-887E-4201-87A1-CB44DC4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908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촬영 규격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46FEB-A0AD-4EF5-9E0F-568F94E9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1943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04922-CFF9-4D00-B2F6-A18C94C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719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 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32BEA-4A01-46B2-A996-40BDD83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FDF9C-0CFD-48D9-9A2E-EBB0A67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5개 프레임 임시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96520-15A0-43D3-89BB-6AFFCEA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t-2   t-1   t   t+1   t+2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027DC-A5BF-4AC1-A9A4-659757D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33528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965DE-B298-4F78-94D2-9EE8980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INTERPOLATION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F46D0-6A90-4893-8223-BD7E0EBE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29E34-CD23-41F7-A9C7-6B63B6A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00500"/>
            <a:ext cx="2286000" cy="533400"/>
          </a:xfrm>
          <a:custGeom xmlns:a="http://schemas.openxmlformats.org/drawingml/2006/main">
            <a:pathLst>
              <a:path w="2286000" h="533400">
                <a:moveTo>
                  <a:pt x="0" y="457200"/>
                </a:moveTo>
                <a:lnTo>
                  <a:pt x="571500" y="238125"/>
                </a:lnTo>
                <a:lnTo>
                  <a:pt x="1143000" y="114300"/>
                </a:lnTo>
                <a:lnTo>
                  <a:pt x="1714500" y="266700"/>
                </a:lnTo>
                <a:lnTo>
                  <a:pt x="228600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03C53-1CD7-41E8-8DA6-96E2FB5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62532-13AB-4F62-87D2-B73993DC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37C5D-8BFC-48BB-BD73-00566DEE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B43C9-0B27-4CC2-823D-F10D7EAA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9B0DB-3429-4E04-9F73-CBAD4AC8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91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B508EB-E77A-4BF1-B616-C2E8AA2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695CCD-6030-4B5E-A1FC-3109A1AB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4A0C3-0493-49AF-AB16-603CBC4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1083B-AE85-47C8-8C6C-FB1BC700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C53DA5-C4AB-40CA-A3BD-2A56B87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AADD4B-999D-41C6-A8A8-FC865B06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19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CB54D-58D5-4591-9C2D-85A1A71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94B216-8B7D-4850-A421-E1C5BE3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86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9456C6-C536-4735-81AC-4CD0A23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531A93-4F1C-44A9-97C2-9818063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053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4D0DB-F38A-49F8-9690-9BC6E13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B67C9A-A52F-4807-9762-BA0F1ABF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735D9B-F48D-4E19-B9B5-0E35A2A2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누락 관절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08B797-0418-4A7A-B454-7158B11C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19240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1D7069-9AC4-4E4F-AAA2-762A624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t-2 프레임 저장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9343B-B644-4557-9DDE-57A7474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76850"/>
            <a:ext cx="15811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EC78EE-B78C-42BB-96BC-98A60E5C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673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추출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CDD655-AD21-41E2-83AE-9300EEE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76850"/>
            <a:ext cx="11239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07AACA-90FC-4E4B-AF12-125339D6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673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466BBC-4B50-4EA5-B80D-E64B7BE9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276850"/>
            <a:ext cx="1028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5459B5-9F50-4311-9BBB-3D9B1D8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4673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836FE9-AAB6-470B-B261-9D266F6B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12954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68B4FE-019A-47D7-8426-FAE1B3DA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767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PROMPT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4DC3A5-A1AE-45E6-9F87-FD7E8FC3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053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instructions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+ features</a:t>
            </a:r>
          </a:p>
        </p:txBody>
      </p:sp>
      <p:cxnSp>
        <p:nvCxnSpPr>
          <p:cNvPr id="12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04950" y="30384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276600" y="2514600"/>
            <a:ext cx="8191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067300" y="2781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067300" y="3562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6038850" y="2533650"/>
            <a:ext cx="9906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934325" y="3028950"/>
            <a:ext cx="73342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21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6400800" y="4171950"/>
            <a:ext cx="59055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43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2562225" y="3467100"/>
            <a:ext cx="1914525" cy="2076450"/>
          </a:xfrm>
          <a:prstGeom xmlns:a="http://schemas.openxmlformats.org/drawingml/2006/main" prst="bentConnector4">
            <a:avLst>
              <a:gd name="adj1" fmla="val 11940"/>
              <a:gd name="adj2" fmla="val 3945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4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6400800" y="5543550"/>
            <a:ext cx="723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705850" y="55721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0344150" y="5572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51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782175" y="4686300"/>
            <a:ext cx="1362075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1ED0E0-D0ED-436D-B0CD-569E592C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t+3 frame load</a:t>
            </a:r>
          </a:p>
        </p:txBody>
      </p:sp>
    </p:spTree>
    <p:extLst>
      <p:ext uri="{BB962C8B-B14F-4D97-AF65-F5344CB8AC3E}">
        <p14:creationId xmlns:p14="http://schemas.microsoft.com/office/powerpoint/2010/main" val="2046463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A2881-E17C-48A0-A253-6E6253D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9CF8E-6603-47F8-9E13-E23A3DC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B56A8-F738-40DC-8243-3C98711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A29B9-FBA4-48A7-9319-23BCB76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71F72-D2AB-4C43-8D61-71080520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접지 구간을 찾은 뒤 사용자 키로 픽셀 거리를 보정합니다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36CEA-E5F0-47AD-AC39-F5979B9A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ad8e25253401f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C1EC-AD0A-4001-9A9B-FEF5BF51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1277-916B-491F-8C91-B1CDEFF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F72A-C006-4B62-9536-D8B1BB3F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BF323-849D-4202-8C6A-AC405544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a2bea0bb14447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B398E-0861-4572-AA9D-7F65AE9B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DE014-C989-4F59-8879-E924A3D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733E6-EEDC-4CCD-849F-CFA38E4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95B5A-FB50-4099-A945-A93B631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f3cfa59c64657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016C1-299D-4119-B5D1-057D255B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4FDE4-20B3-4823-B756-830F6FEC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CDC43-BD50-499A-9774-45FD088C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07506-41E6-4BA0-9FE6-3E0B203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8c596c08f448d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8F584-AC56-4AED-B524-44F9B6B3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2F316-457F-42F8-9983-CDDEFDB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BD5B4-B389-4544-B606-FC70222A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47ED7-3803-456D-93C3-87C896D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7EFC4-3B6A-4425-A5F0-6733CAF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198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무릎 각도로 스트라이드 탐지 · TD–TO 접지 구간 계산 · pixel2m 신장 보정</a:t>
            </a:r>
          </a:p>
        </p:txBody>
      </p:sp>
    </p:spTree>
    <p:extLst>
      <p:ext uri="{BB962C8B-B14F-4D97-AF65-F5344CB8AC3E}">
        <p14:creationId xmlns:p14="http://schemas.microsoft.com/office/powerpoint/2010/main" val="1912513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EFCDE-8618-4D97-B380-7824DBD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508AB-3C2B-4BA9-B6A0-15684194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24DB-AD0B-4701-B58E-7B90EEC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5BC20-B5BB-4200-9659-4A31C532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31926-3E6D-4312-B4CE-3BE5FEEB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5090B-5BB9-4579-A95A-DCE3E0D4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F95AF-8560-43FC-AFA9-6E86CD5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13823-B1EA-4B30-97EF-30C7145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D42AC-2A75-454B-89BC-B1B1678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986C0-3D66-4BCC-BC76-C790921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8237A-2957-4BB8-8ECB-B592090F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4DCED-4D71-44D5-B25F-6C1CAC0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C2694-93A1-46FA-B27A-1A0818B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71FF7-C9B0-4434-AA15-4EF50296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0B039-AB15-412D-AF2B-C2C197B3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41C81-4EE9-4753-BF1E-CFA23C3E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B3A2E-4E5A-414E-A753-D5441913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56458-2ECA-40DA-A137-0CF0C67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5D210-05EC-4E6A-ABA9-BEE3D2BF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BFB79-3863-4D8B-8D5E-E6C92E90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93CE7-F57C-4308-B297-AA5DB6FB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7388C-8395-48B2-8302-B785C750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614F8-A174-4E96-BEA3-93F949A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F1FC2-2B4E-41D9-B123-F0A3A46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E2845-1E1A-4E73-9BE8-E3B5189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5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95B1F-F8AE-4FF9-9775-03BCF516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04F8B-DE4E-4C4D-A479-3215F55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548747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F4AD34-674B-4FD2-9186-82921C99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CD590-D16B-4B9A-887F-8ACDE88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17E07-2DB6-4825-8DE5-CD4FE16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0234-D97A-4DD3-9455-166B8E6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9B6D1-7308-434D-BD7B-03108EE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구조도의 객체 위치와 요청·데이터 흐름을 유지했습니다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6C28-9EC7-48CC-B8D1-B8BD8476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390650" cy="39624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80EFD-D3C0-4B45-B93E-70ED0989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사용자 · 외부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CFD4B-068B-4036-B9B5-2743A7DE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A6C47-FD6F-416C-8246-37A8D3D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6CF50-FDA7-4476-A5D5-8052F16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009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BFDA8-957A-4E0D-9E7C-CBF1517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6E1E9-2FF7-494A-B87A-E8B2496F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76771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218D4-83FE-4F2B-B5E6-A388E0C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05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6E60A-6A03-4BCD-8653-FE925C50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8FB93-5260-4162-8888-F705FCD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7EF0C-B9D5-429C-B3F0-07C1536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2268A-4B10-43CE-B2E5-C14BAA4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9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969E8-717B-48A3-B678-0C912264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B6553-8158-47F9-9A4E-A940762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CA376-BDC0-4667-A17B-9C3B6777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3E76B-30FB-4779-9241-5EDCD9CE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C8F4D-8C93-4158-A1D6-BDA144EE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6FC92-31E0-490E-B3C0-087960F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QUEUED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84A5A5-C2A4-4341-9152-A03B269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40E0F-C031-4967-8DC1-E2DFD3DE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6F2E5-D5F2-43E9-9866-12CC56C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434AD-DA28-4CE7-9EC7-6453300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90621-38F1-439B-90E7-085C475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219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C0CF0A-04E3-4D65-AF2A-B1BE858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7B61D-29AE-4BEE-AA02-ADE0C6DB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F4A246-BA3D-4000-98FF-3E755E4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333500" cy="17716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106C6-7545-4F7D-8B90-6F6F41C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8F594-F5E4-4414-8D7E-A810CB3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CD977-2A19-4F86-B3CA-E174495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1063A-47D2-4838-8AA0-97CE35C9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124CDC-6731-4065-BB14-00DA2329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642DEB-E12D-4773-B7F1-46ABC8B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2FF1F-7C07-4FB3-8396-039BAFF9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8627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107543-1C6E-4FB1-B35D-2B55F34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Ollama · 선택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A04E72-83B8-4EBA-A40E-5B25B90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C346BF-96F2-4D8C-97A0-520C30A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C323D-06C0-4D7B-BE8F-C981A1AF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006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022902-347E-49A2-8D3D-AFD6FFC2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cxnSp>
        <p:nvCxnSpPr>
          <p:cNvPr id="136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686800" y="39243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7" name="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686800" y="41814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686800" y="443865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139" name=""/>
          <p:cNvCxnSpPr>
            <a:stCxn xmlns:a="http://schemas.openxmlformats.org/drawingml/2006/main" id="3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686800" y="469582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86800" y="49530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56D6AC-71AF-4CF3-A6FE-ADEEDE8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9812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D236D0-0A10-4264-BF08-85DC636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05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A87BF3-C42A-4D63-9BF9-9259179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562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898A8-FEC4-4161-9D36-A93F0398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112086-BB6C-4409-8A3B-3765DD85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051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MP4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F3848B-AE2E-470C-9310-EACE6C9E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7AB4A8-21A8-48EC-AD70-86CF53E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196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898193-205A-4EF6-AA3A-1856921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6250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149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95375" y="2724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600200" y="2533650"/>
            <a:ext cx="685800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638550" y="25336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14950" y="25336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3" name=""/>
          <p:cNvCxnSpPr>
            <a:stCxn xmlns:a="http://schemas.openxmlformats.org/drawingml/2006/main" id="1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296150" y="2533650"/>
            <a:ext cx="2724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4" name=""/>
          <p:cNvCxnSpPr>
            <a:stCxn xmlns:a="http://schemas.openxmlformats.org/drawingml/2006/main" id="14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2962275" y="287655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55" name=""/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981325" y="2876550"/>
            <a:ext cx="363855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814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7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89585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8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2103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9" name=""/>
          <p:cNvCxnSpPr>
            <a:stCxn xmlns:a="http://schemas.openxmlformats.org/drawingml/2006/main" id="51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7143750" y="3048000"/>
            <a:ext cx="36576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0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753350" y="3819525"/>
            <a:ext cx="3810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61" name=""/>
          <p:cNvCxnSpPr>
            <a:stCxn xmlns:a="http://schemas.openxmlformats.org/drawingml/2006/main" id="4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239250" y="4676775"/>
            <a:ext cx="781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2" name=""/>
          <p:cNvCxnSpPr>
            <a:stCxn xmlns:a="http://schemas.openxmlformats.org/drawingml/2006/main" id="28" idx="2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 flipV="1">
            <a:off x="2981325" y="4667250"/>
            <a:ext cx="41624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98A099"/>
            </a:solidFill>
            <a:prstDash val="solid"/>
            <a:tailEnd type="arrow" w="sm" len="sm"/>
          </a:ln>
        </p:spPr>
      </p:cxnSp>
      <p:cxnSp>
        <p:nvCxnSpPr>
          <p:cNvPr id="163" name=""/>
          <p:cNvCxnSpPr>
            <a:stCxn xmlns:a="http://schemas.openxmlformats.org/drawingml/2006/main" id="54" idx="0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 flipV="1">
            <a:off x="7296150" y="2533650"/>
            <a:ext cx="3505200" cy="1695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64" name=""/>
          <p:cNvCxnSpPr>
            <a:stCxn xmlns:a="http://schemas.openxmlformats.org/drawingml/2006/main" id="10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095375" y="2533650"/>
            <a:ext cx="4848225" cy="11430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42D9D0"/>
            </a:solidFill>
            <a:prstDash val="dash"/>
            <a:tailEnd type="arrow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167AFF-88F6-4A59-9630-91256C3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POST /api/uploads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3A82B4-A35B-48DD-8796-5608D259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B8D660-03F4-478A-B9B2-6DDD4B3D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5  임시 업로드 URL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80C475-70D6-49D9-A39F-1D442AA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  PUT video/mp4  ·  7  complete  ·  8  HEAD 검증  ·  9  POST /jobs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A2CAE9-D597-4126-A487-2891C6A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766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  INSERT · QUEUED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D31919-4FBF-411B-8A45-A419C56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  작업 발행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8F771D-DB06-461C-A88D-282284F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12  작업 전달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075DF0-EA6C-4941-B868-3297802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2228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13  PROCESSING · 17  SUCCESS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FAD0BA-2110-4F59-99C8-CFE251D5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  input.mp4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4C7AF4-77B4-4A39-9D10-3D0D3C2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054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  결과 업로드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09052B-3B70-4031-BCD0-8C7F162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18  GET /jobs/{job_id} · 2.5초 폴링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92C068-9057-4A95-8BF4-334D12D9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19  결과 URL + 리포트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3F0D1E-5107-4DD3-ADF8-3EE6057C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055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A88D8A-90C9-47DC-8107-503CE406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4489AB-B1C9-41E0-923C-782D1ECF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08AB9B8-4D66-461F-9643-956ECF34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9466EDC-77F9-4265-985D-1AA4636B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4DEC39-CC2A-46B1-8C30-EF8B6F3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C624F8-5319-4655-BD3D-6B5FCA60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03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검정  API·제어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DA25BE-50B0-4914-8AAD-6BD2F61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0300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청록  영상·결과 데이터</a:t>
            </a:r>
          </a:p>
        </p:txBody>
      </p:sp>
    </p:spTree>
    <p:extLst>
      <p:ext uri="{BB962C8B-B14F-4D97-AF65-F5344CB8AC3E}">
        <p14:creationId xmlns:p14="http://schemas.microsoft.com/office/powerpoint/2010/main" val="1621667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F5D730-5662-4702-AD5E-31ADEEB2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999D1-F9E3-4C57-A353-643F8F0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4C318-7916-4BEE-8076-BE7EFAA1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4993-AB9D-406B-816D-B06AAC2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B9C97-5BF3-4122-B1C8-68AA3700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35EEE-9909-40AE-AFBF-2E49FFB8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7FAE-6F7A-43E3-8AE0-D014F587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B7E5F-85B5-46C7-8F2F-5E2FA04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4A8CE-EF23-4CCF-A971-58B00026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B0345-060C-4FA0-8103-C4DA8D9F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5F75A-FB1E-4E6D-94C9-B6D8DFE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1312A-CC3C-420C-9562-3414571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24824-E632-40BE-9AF5-FC541ED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D5017-91B5-417C-A602-EB88AA69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EA035-C0A7-4FBC-9B28-092B3D3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052DE-8C5D-4BD6-8448-66A0B7E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EA527-E6E2-4223-A0AB-3ADAF39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3D437-0D50-4699-97BE-FD115A5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09A4E-A43A-4367-87E9-F72E9CF1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801CD-FC30-43F4-A58A-E29CBAE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0965D-CC25-4D94-B017-57472241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B547B-611C-4574-94AA-4466FC8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1CB31-6CB0-4BF1-A36C-F6333931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C3BAE-2B5D-45E6-8845-0AE70BE9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5F591-D888-4F17-8A47-3666618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A8878-521D-44AE-BC3D-88D0BEE5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C92B9-EFCA-4D98-8A03-4A1F8FC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350EB8-B5F2-4A6E-B40D-93C6F3D8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87DE1C-B0EF-4CA5-8DBA-B802ADF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6FC8C-5121-4A09-9C0C-A9CDCEAD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77EE58-CD04-4D71-BA3D-FD23248C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965CAD-6BFC-46D3-A62B-7AFFA05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850D68-ACA2-4B74-9527-CA6BAA1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F4FAC2-3120-4F01-A9D9-CC9CF820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83974-E056-4F0C-8492-C929A6C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F1262A-5931-4B7B-A8DC-6909EFE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A81B75-8BB5-4E23-96EB-32D98721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BCCB0-0A91-4B43-99C5-E282F56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AD50E7-17BC-470D-B39B-62E9B4C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60A872-2362-47C0-B89D-7C4E35E2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72CCFF-3884-496A-AA6E-DD0CC17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DDDABE-8BCC-4F07-A85F-4C92D498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04D485-DBDB-4E9C-ACCA-951B754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82AE7F-A51B-4EA1-817A-80C545B6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576783-0587-40E5-9B73-931DF720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0D1708-4C5C-4027-842F-81F87325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68276A-F1B3-4C0B-94F7-7799FB60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15872083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B4D74-A09E-448C-8CE1-135A2AC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E241E-41D7-45A2-8A84-1998F4E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FA474-9F06-4BFE-B218-A7D3A81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5331F-EF0D-4056-870F-7845DC9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C082-1BBA-4FE5-A435-96E0A11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F1F5B-B669-4B6F-BFC8-4EC356E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FB69D-9382-4B77-8D11-CED9B225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3D2AA-0F43-4CEE-B378-AAEDC5A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9F5B9-D2CB-45AF-BB91-D8DE331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A16C1-D82F-4305-A270-4EC0EF4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2050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2026-09-08T12:11:24.0590000Z</dcterms:created>
  <dcterms:modified xsi:type="dcterms:W3CDTF">2026-09-08T12:11:24.0590000Z</dcterms:modified>
</coreProperties>
</file>